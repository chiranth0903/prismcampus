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465499bc0f46a2" /><Relationship Type="http://schemas.openxmlformats.org/officeDocument/2006/relationships/extended-properties" Target="/docProps/app.xml" Id="R9a7c32fda8d1432e" /><Relationship Type="http://schemas.openxmlformats.org/officeDocument/2006/relationships/officeDocument" Target="/ppt/presentation.xml" Id="Ra15df073930c4dfe" /></Relationships>
</file>

<file path=ppt/presentation.xml><?xml version="1.0" encoding="utf-8"?>
<p:presentation xmlns:p="http://schemas.openxmlformats.org/presentationml/2006/main">
  <p:sldMasterIdLst>
    <p:sldMasterId xmlns:r="http://schemas.openxmlformats.org/officeDocument/2006/relationships" id="2147483648" r:id="R51af2f7901a64e19"/>
  </p:sldMasterIdLst>
  <p:notesMasterIdLst>
    <p:notesMasterId xmlns:r="http://schemas.openxmlformats.org/officeDocument/2006/relationships" r:id="R89ce0a1bb0d94ad3"/>
  </p:notesMasterIdLst>
  <p:sldIdLst>
    <p:sldId xmlns:r="http://schemas.openxmlformats.org/officeDocument/2006/relationships" id="256" r:id="Rc27340436b6b47a5"/>
    <p:sldId xmlns:r="http://schemas.openxmlformats.org/officeDocument/2006/relationships" id="257" r:id="Rc8ea070d192b49b4"/>
    <p:sldId xmlns:r="http://schemas.openxmlformats.org/officeDocument/2006/relationships" id="258" r:id="Rbf69f22196b04222"/>
    <p:sldId xmlns:r="http://schemas.openxmlformats.org/officeDocument/2006/relationships" id="259" r:id="R00cb651e7e1f44fc"/>
    <p:sldId xmlns:r="http://schemas.openxmlformats.org/officeDocument/2006/relationships" id="260" r:id="R84e216145f1f4913"/>
    <p:sldId xmlns:r="http://schemas.openxmlformats.org/officeDocument/2006/relationships" id="261" r:id="R94110518d9ea45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8b25e5aedb4654" /><Relationship Type="http://schemas.openxmlformats.org/officeDocument/2006/relationships/slideMaster" Target="/ppt/slideMasters/slideMaster1.xml" Id="R51af2f7901a64e19" /><Relationship Type="http://schemas.openxmlformats.org/officeDocument/2006/relationships/notesMaster" Target="/ppt/notesMasters/notesMaster1.xml" Id="R89ce0a1bb0d94ad3" /><Relationship Type="http://schemas.openxmlformats.org/officeDocument/2006/relationships/presProps" Target="/ppt/presProps.xml" Id="R10f6e7524e9a4ccf" /><Relationship Type="http://schemas.openxmlformats.org/officeDocument/2006/relationships/tableStyles" Target="/ppt/tableStyles.xml" Id="R0761477191854de4" /><Relationship Type="http://schemas.openxmlformats.org/officeDocument/2006/relationships/slide" Target="/ppt/slides/slide1.xml" Id="Rc27340436b6b47a5" /><Relationship Type="http://schemas.openxmlformats.org/officeDocument/2006/relationships/slide" Target="/ppt/slides/slide2.xml" Id="Rc8ea070d192b49b4" /><Relationship Type="http://schemas.openxmlformats.org/officeDocument/2006/relationships/slide" Target="/ppt/slides/slide3.xml" Id="Rbf69f22196b04222" /><Relationship Type="http://schemas.openxmlformats.org/officeDocument/2006/relationships/slide" Target="/ppt/slides/slide4.xml" Id="R00cb651e7e1f44fc" /><Relationship Type="http://schemas.openxmlformats.org/officeDocument/2006/relationships/slide" Target="/ppt/slides/slide5.xml" Id="R84e216145f1f4913" /><Relationship Type="http://schemas.openxmlformats.org/officeDocument/2006/relationships/slide" Target="/ppt/slides/slide6.xml" Id="R94110518d9ea45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ee39e95db344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da8e54ec1f49a3" /><Relationship Type="http://schemas.openxmlformats.org/officeDocument/2006/relationships/notesMaster" Target="/ppt/notesMasters/notesMaster1.xml" Id="R6d72259ae82641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f91a195ea841d9" /><Relationship Type="http://schemas.openxmlformats.org/officeDocument/2006/relationships/notesMaster" Target="/ppt/notesMasters/notesMaster1.xml" Id="R00f42922f48547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5d4915911f4a20" /><Relationship Type="http://schemas.openxmlformats.org/officeDocument/2006/relationships/notesMaster" Target="/ppt/notesMasters/notesMaster1.xml" Id="Rb0d480a8d20447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2490a688a04412" /><Relationship Type="http://schemas.openxmlformats.org/officeDocument/2006/relationships/notesMaster" Target="/ppt/notesMasters/notesMaster1.xml" Id="R751dde266d5e45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d2fe8a87f94a21" /><Relationship Type="http://schemas.openxmlformats.org/officeDocument/2006/relationships/notesMaster" Target="/ppt/notesMasters/notesMaster1.xml" Id="R388f231d58124a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98bffda00b46c8" /><Relationship Type="http://schemas.openxmlformats.org/officeDocument/2006/relationships/notesMaster" Target="/ppt/notesMasters/notesMaster1.xml" Id="Ra3b0ec3e7d5240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0:00–0:12 (12 seconds)</a:t>
            </a:r>
          </a:p>
          <a:p xmlns:a="http://schemas.openxmlformats.org/drawingml/2006/main">
            <a:r>
              <a:t/>
            </a:r>
          </a:p>
          <a:p xmlns:a="http://schemas.openxmlformats.org/drawingml/2006/main">
            <a:r>
              <a:t>SAY:</a:t>
            </a:r>
          </a:p>
          <a:p xmlns:a="http://schemas.openxmlformats.org/drawingml/2006/main">
            <a:r>
              <a:t>I’m Chiranth from CrystalX. PrismCampus is a personal campus companion that helps students find their classes, organise their day and get answers, online or offline.</a:t>
            </a:r>
          </a:p>
          <a:p xmlns:a="http://schemas.openxmlformats.org/drawingml/2006/main">
            <a:r>
              <a:t/>
            </a:r>
          </a:p>
          <a:p xmlns:a="http://schemas.openxmlformats.org/drawingml/2006/main">
            <a:r>
              <a:t>DEMO / CONTEXT:</a:t>
            </a:r>
          </a:p>
          <a:p xmlns:a="http://schemas.openxmlformats.org/drawingml/2006/main">
            <a:r>
              <a:t>The artwork is conceptual. It is not an app screenshot or a photograph of campus.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0:12–0:30 (18 seconds)</a:t>
            </a:r>
          </a:p>
          <a:p xmlns:a="http://schemas.openxmlformats.org/drawingml/2006/main">
            <a:r>
              <a:t/>
            </a:r>
          </a:p>
          <a:p xmlns:a="http://schemas.openxmlformats.org/drawingml/2006/main">
            <a:r>
              <a:t>SAY:</a:t>
            </a:r>
          </a:p>
          <a:p xmlns:a="http://schemas.openxmlformats.org/drawingml/2006/main">
            <a:r>
              <a:t>On your first day, the timetable may be an image, room changes arrive in WhatsApp, and directions live somewhere else. When the connection drops, finding one classroom becomes a small research project.</a:t>
            </a:r>
          </a:p>
          <a:p xmlns:a="http://schemas.openxmlformats.org/drawingml/2006/main">
            <a:r>
              <a:t/>
            </a:r>
          </a:p>
          <a:p xmlns:a="http://schemas.openxmlformats.org/drawingml/2006/main">
            <a:r>
              <a:t>DEMO / CONTEXT:</a:t>
            </a:r>
          </a:p>
          <a:p xmlns:a="http://schemas.openxmlformats.org/drawingml/2006/main">
            <a:r>
              <a:t>This is the motivating student scenario. No survey statistic or measured time-saving claim is 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0:30–0:50 (20 seconds)</a:t>
            </a:r>
          </a:p>
          <a:p xmlns:a="http://schemas.openxmlformats.org/drawingml/2006/main">
            <a:r>
              <a:t/>
            </a:r>
          </a:p>
          <a:p xmlns:a="http://schemas.openxmlformats.org/drawingml/2006/main">
            <a:r>
              <a:t>SAY:</a:t>
            </a:r>
          </a:p>
          <a:p xmlns:a="http://schemas.openxmlformats.org/drawingml/2006/main">
            <a:r>
              <a:t>PrismCampus brings the student’s timetable, campus places and updates into one app. Students can upload a timetable, ask in a supported language, or open the next class on the map. Campus information also stays available in a downloaded package.</a:t>
            </a:r>
          </a:p>
          <a:p xmlns:a="http://schemas.openxmlformats.org/drawingml/2006/main">
            <a:r>
              <a:t/>
            </a:r>
          </a:p>
          <a:p xmlns:a="http://schemas.openxmlformats.org/drawingml/2006/main">
            <a:r>
              <a:t>DEMO / CONTEXT:</a:t>
            </a:r>
          </a:p>
          <a:p xmlns:a="http://schemas.openxmlformats.org/drawingml/2006/main">
            <a:r>
              <a:t>Inputs are voice, text or a timetable image. The app combines saved campus context with its AI routing and returns an answer or an actionable destination. The project began with an existing Android prototype and voice/AI foundations. BUILD additions shown here include reviewed campus onboarding, package validation and IDs, chat-session behaviour, UI improvements and the separate IITG backup. Disclose pre-existing code and AI-assisted implementation in the submission. The current maintenance report feature is basic reporting. Semantic report grouping and full admin-workspace redesign remain next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0:50–2:05 (75 seconds for the LIVE APP)</a:t>
            </a:r>
          </a:p>
          <a:p xmlns:a="http://schemas.openxmlformats.org/drawingml/2006/main">
            <a:r>
              <a:t/>
            </a:r>
          </a:p>
          <a:p xmlns:a="http://schemas.openxmlformats.org/drawingml/2006/main">
            <a:r>
              <a:t>SAY:</a:t>
            </a:r>
          </a:p>
          <a:p xmlns:a="http://schemas.openxmlformats.org/drawingml/2006/main">
            <a:r>
              <a:t>Here is the app. I’ll select the campus, ask for my next class and open its destination. Now I’ll turn internet off and ask a general question so the answer runs on the phone.</a:t>
            </a:r>
          </a:p>
          <a:p xmlns:a="http://schemas.openxmlformats.org/drawingml/2006/main">
            <a:r>
              <a:t/>
            </a:r>
          </a:p>
          <a:p xmlns:a="http://schemas.openxmlformats.org/drawingml/2006/main">
            <a:r>
              <a:t>DEMO / CONTEXT:</a:t>
            </a:r>
          </a:p>
          <a:p xmlns:a="http://schemas.openxmlformats.org/drawingml/2006/main">
            <a:r>
              <a:t>Switch from the slides to the actual app immediately. Suggested pacing: 10 seconds to choose IITG_DEMO and a weekday with classes, 15 seconds to ask for the next class, 15 seconds for Schedule and Map, 25 seconds for an offline general answer, and 10 seconds to return to slides. Explain Ohm’s law exercises general AI. 8+5 uses the instant arithmetic path and does not demonstrate Qwen. Choose a deterministic campus prompt first and keep typed input ready if the room is noisy. Do not claim the generated artwork is a real screen. The working app is the evidence. The IITG backup has first-year groups and approximate map places. Its theory times and room/building associations need verification; unknown lab rooms cannot be routed. No Agent37 deployment or live Nodus inference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2:05–2:25 (20 seconds)</a:t>
            </a:r>
          </a:p>
          <a:p xmlns:a="http://schemas.openxmlformats.org/drawingml/2006/main">
            <a:r>
              <a:t/>
            </a:r>
          </a:p>
          <a:p xmlns:a="http://schemas.openxmlformats.org/drawingml/2006/main">
            <a:r>
              <a:t>SAY:</a:t>
            </a:r>
          </a:p>
          <a:p xmlns:a="http://schemas.openxmlformats.org/drawingml/2006/main">
            <a:r>
              <a:t>The key decision is routing. Routine campus commands answer directly. Gemini handles general online questions, while Qwen runs on the phone offline. A live memory monitor supports the on-device experience, and chat stays with you across tabs for the current session.</a:t>
            </a:r>
          </a:p>
          <a:p xmlns:a="http://schemas.openxmlformats.org/drawingml/2006/main">
            <a:r>
              <a:t/>
            </a:r>
          </a:p>
          <a:p xmlns:a="http://schemas.openxmlformats.org/drawingml/2006/main">
            <a:r>
              <a:t>DEMO / CONTEXT:</a:t>
            </a:r>
          </a:p>
          <a:p xmlns:a="http://schemas.openxmlformats.org/drawingml/2006/main">
            <a:r>
              <a:t>Kotlin and Jetpack Compose implement Android. ML Kit supports timetable OCR. Gemini provides cloud inference. Qwen2.5-0.5B-Instruct uses native Android inference. Python and SQLite implement the campus backend. The monitor is an app runtime budget, not an OS-enforced 1 GB ceiling or a claim about a measured peak. A challenge was tab navigation clearing chat. A shared ChatSession above the tabs preserves it until the activity closes or the process restarts, without disk history. Brief backgrounding retains the session. The distinction from separate maps and generic chatbots is saved schedule/location context combined with deterministic commands and offline model routing.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2:25–2:45 (20 seconds). Reserve 2:45–3:00 as buffer.</a:t>
            </a:r>
          </a:p>
          <a:p xmlns:a="http://schemas.openxmlformats.org/drawingml/2006/main">
            <a:r>
              <a:t/>
            </a:r>
          </a:p>
          <a:p xmlns:a="http://schemas.openxmlformats.org/drawingml/2006/main">
            <a:r>
              <a:t>SAY:</a:t>
            </a:r>
          </a:p>
          <a:p xmlns:a="http://schemas.openxmlformats.org/drawingml/2006/main">
            <a:r>
              <a:t>For colleges, the vision is simple onboarding: start with the website, supply missing information and publish one campus ID. Students then sync through the internet or a local Wi-Fi server. Next are Agent37 deployment, verified campus data and smarter maintenance-report grouping.</a:t>
            </a:r>
          </a:p>
          <a:p xmlns:a="http://schemas.openxmlformats.org/drawingml/2006/main">
            <a:r>
              <a:t/>
            </a:r>
          </a:p>
          <a:p xmlns:a="http://schemas.openxmlformats.org/drawingml/2006/main">
            <a:r>
              <a:t>DEMO / CONTEXT:</a:t>
            </a:r>
          </a:p>
          <a:p xmlns:a="http://schemas.openxmlformats.org/drawingml/2006/main">
            <a:r>
              <a:t>The local website-assisted onboarding wizard, review, manual corrections and persistent campus packages exist. Agent37 hosting still needs deployment and public HTTPS registry configuration. A key or Hermes instance alone does not deploy PrismCampus or connect the agent to extraction. Nodus remains an optional extraction integration, pending live credentials. The cloud path is the intended deployment route, not a claim of an already operating public registry. Local Wi-Fi needs a running reachable server and can fail under client isolation or firewall restrictions. The planned report grouping will group issues by location/equipment and distinct supporters, rather than similar wording alone. Production use needs an authorised data owner, accurate timetable/room/GPS information, a reliable update process and a student pilot. No adoption, time-saving or accuracy metric is claimed. Sources: official first-year timetable https://www.iitg.ac.in/acad/pdfs/ctt/1st_year_timetable_classroom.pdf; provisional slot-grid source https://www.iitg.ac.in/chemeng/pdf/time_table_july_nov_2026.pdf; map data © OpenStreetMap contributors, ODbL 1.0. Decorative artwork is AI-generated.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9766da3e984a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cac0ce3d3e44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1b2a6ad77e46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7d0317b50f42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ac40e51f3b47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9c0753a69e46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E8DD2C-0957-4B61-B9A4-F7F51B02EE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CB3728-D5C7-4446-BCD2-C9A6FA302A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4287F9-D7C4-4ADE-9A9A-2E72C8FFA6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410184-0417-469A-B37D-680FEFAFB6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951D60-224D-4071-8E1E-121E5E7EFA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F679AE-174C-4FB6-88E6-83412BE9BF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1E7DFF-524D-4451-ABD5-800F563CA4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221BAE-5661-473F-AF23-52FD916D728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E47F95-327D-4C7D-B88A-906E361708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AA1AF8-BADA-42A2-803C-E0E36F50C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06a49a8d814d08" /><Relationship Type="http://schemas.openxmlformats.org/officeDocument/2006/relationships/slideLayout" Target="/ppt/slideLayouts/slideLayout1.xml" Id="R41684aec17eb4530" /><Relationship Type="http://schemas.openxmlformats.org/officeDocument/2006/relationships/slideLayout" Target="/ppt/slideLayouts/slideLayout2.xml" Id="R55b08e1c106742b8" /><Relationship Type="http://schemas.openxmlformats.org/officeDocument/2006/relationships/slideLayout" Target="/ppt/slideLayouts/slideLayout3.xml" Id="R84150b0c133a4ea6" /><Relationship Type="http://schemas.openxmlformats.org/officeDocument/2006/relationships/slideLayout" Target="/ppt/slideLayouts/slideLayout4.xml" Id="Re223bb2bb2544ad6" /><Relationship Type="http://schemas.openxmlformats.org/officeDocument/2006/relationships/slideLayout" Target="/ppt/slideLayouts/slideLayout5.xml" Id="R69303e1820f349a8" /><Relationship Type="http://schemas.openxmlformats.org/officeDocument/2006/relationships/slideLayout" Target="/ppt/slideLayouts/slideLayout6.xml" Id="R0388667bd9bd49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684aec17eb4530"/>
    <p:sldLayoutId xmlns:r="http://schemas.openxmlformats.org/officeDocument/2006/relationships" id="2147483650" r:id="R55b08e1c106742b8"/>
    <p:sldLayoutId xmlns:r="http://schemas.openxmlformats.org/officeDocument/2006/relationships" id="2147483651" r:id="R84150b0c133a4ea6"/>
    <p:sldLayoutId xmlns:r="http://schemas.openxmlformats.org/officeDocument/2006/relationships" id="2147483652" r:id="Re223bb2bb2544ad6"/>
    <p:sldLayoutId xmlns:r="http://schemas.openxmlformats.org/officeDocument/2006/relationships" id="2147483653" r:id="R69303e1820f349a8"/>
    <p:sldLayoutId xmlns:r="http://schemas.openxmlformats.org/officeDocument/2006/relationships" id="2147483654" r:id="R0388667bd9bd49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4817b77dcc4b39" /><Relationship Type="http://schemas.openxmlformats.org/officeDocument/2006/relationships/image" Target="/ppt/media/image.png" Id="Rf0fef1695cc7447b" /><Relationship Type="http://schemas.openxmlformats.org/officeDocument/2006/relationships/notesSlide" Target="/ppt/notesSlides/notesSlide1.xml" Id="R3cb163be4d9d41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bd70d574ac424b" /><Relationship Type="http://schemas.openxmlformats.org/officeDocument/2006/relationships/notesSlide" Target="/ppt/notesSlides/notesSlide2.xml" Id="R8c3c040a72db41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d2eb47d36c430e" /><Relationship Type="http://schemas.openxmlformats.org/officeDocument/2006/relationships/notesSlide" Target="/ppt/notesSlides/notesSlide3.xml" Id="R7d3e0859527d40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5a19a9fc8ac42a7" /><Relationship Type="http://schemas.openxmlformats.org/officeDocument/2006/relationships/image" Target="/ppt/media/image2.png" Id="Red0abea0e6374d23" /><Relationship Type="http://schemas.openxmlformats.org/officeDocument/2006/relationships/notesSlide" Target="/ppt/notesSlides/notesSlide4.xml" Id="R32a7427f95ae4d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de983e4df47411e" /><Relationship Type="http://schemas.openxmlformats.org/officeDocument/2006/relationships/notesSlide" Target="/ppt/notesSlides/notesSlide5.xml" Id="R14e4f9b3734f43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a1f3701c87481a" /><Relationship Type="http://schemas.openxmlformats.org/officeDocument/2006/relationships/notesSlide" Target="/ppt/notesSlides/notesSlide6.xml" Id="R03774dc18615462d" /></Relationships>
</file>

<file path=ppt/slides/slide1.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66F148F-5973-4603-A91A-3DBCD83CE0C8}"/>
              </a:ext>
            </a:extLst>
          </p:cNvPr>
          <p:cNvPicPr>
            <a:picLocks xmlns:a="http://schemas.openxmlformats.org/drawingml/2006/main" noChangeAspect="1"/>
          </p:cNvPicPr>
          <p:nvPr/>
        </p:nvPicPr>
        <p:blipFill>
          <a:blip xmlns:r="http://schemas.openxmlformats.org/officeDocument/2006/relationships" xmlns:a="http://schemas.openxmlformats.org/drawingml/2006/main" r:embed="Rf0fef1695cc7447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RYSTALX">
            <a:extLst xmlns:a="http://schemas.openxmlformats.org/drawingml/2006/main">
              <a:ext uri="{FF2B5EF4-FFF2-40B4-BE49-F238E27FC236}">
                <a16:creationId xmlns:a16="http://schemas.microsoft.com/office/drawing/2014/main" id="{FF867913-FEC0-4BBC-BCED-9E2A1D8E0A09}"/>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3" name="01">
            <a:extLst xmlns:a="http://schemas.openxmlformats.org/drawingml/2006/main">
              <a:ext uri="{FF2B5EF4-FFF2-40B4-BE49-F238E27FC236}">
                <a16:creationId xmlns:a16="http://schemas.microsoft.com/office/drawing/2014/main" id="{9817C164-42E1-4551-B109-76609D2B4E3C}"/>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01</a:t>
            </a:r>
          </a:p>
        </p:txBody>
      </p:sp>
      <p:sp>
        <p:nvSpPr>
          <p:cNvPr id="4" name="BUILD 2026">
            <a:extLst xmlns:a="http://schemas.openxmlformats.org/drawingml/2006/main">
              <a:ext uri="{FF2B5EF4-FFF2-40B4-BE49-F238E27FC236}">
                <a16:creationId xmlns:a16="http://schemas.microsoft.com/office/drawing/2014/main" id="{DFACAB01-EF3A-4B4D-8DE2-5C559A7C6C08}"/>
              </a:ext>
            </a:extLst>
          </p:cNvPr>
          <p:cNvSpPr>
            <a:spLocks xmlns:a="http://schemas.openxmlformats.org/drawingml/2006/main" noGrp="1"/>
          </p:cNvSpPr>
          <p:nvPr/>
        </p:nvSpPr>
        <p:spPr>
          <a:xfrm xmlns:a="http://schemas.openxmlformats.org/drawingml/2006/main">
            <a:off x="685800" y="6286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5FF4A"/>
                </a:solidFill>
                <a:latin typeface="Arial"/>
                <a:ea typeface="Arial"/>
                <a:cs typeface="Arial"/>
              </a:defRPr>
            </a:defPPr>
            <a:lvl1pPr>
              <a:defRPr sz="1725" b="1">
                <a:solidFill>
                  <a:srgbClr val="C5FF4A"/>
                </a:solidFill>
                <a:latin typeface="Arial"/>
                <a:ea typeface="Arial"/>
                <a:cs typeface="Arial"/>
              </a:defRPr>
            </a:lvl1pPr>
            <a:lvl2pPr>
              <a:defRPr sz="1725" b="1">
                <a:solidFill>
                  <a:srgbClr val="C5FF4A"/>
                </a:solidFill>
                <a:latin typeface="Arial"/>
                <a:ea typeface="Arial"/>
                <a:cs typeface="Arial"/>
              </a:defRPr>
            </a:lvl2pPr>
            <a:lvl3pPr>
              <a:defRPr sz="1725" b="1">
                <a:solidFill>
                  <a:srgbClr val="C5FF4A"/>
                </a:solidFill>
                <a:latin typeface="Arial"/>
                <a:ea typeface="Arial"/>
                <a:cs typeface="Arial"/>
              </a:defRPr>
            </a:lvl3pPr>
            <a:lvl4pPr>
              <a:defRPr sz="1725" b="1">
                <a:solidFill>
                  <a:srgbClr val="C5FF4A"/>
                </a:solidFill>
                <a:latin typeface="Arial"/>
                <a:ea typeface="Arial"/>
                <a:cs typeface="Arial"/>
              </a:defRPr>
            </a:lvl4pPr>
            <a:lvl5pPr>
              <a:defRPr sz="1725" b="1">
                <a:solidFill>
                  <a:srgbClr val="C5FF4A"/>
                </a:solidFill>
                <a:latin typeface="Arial"/>
                <a:ea typeface="Arial"/>
                <a:cs typeface="Arial"/>
              </a:defRPr>
            </a:lvl5pPr>
            <a:lvl6pPr>
              <a:defRPr sz="1725" b="1">
                <a:solidFill>
                  <a:srgbClr val="C5FF4A"/>
                </a:solidFill>
                <a:latin typeface="Arial"/>
                <a:ea typeface="Arial"/>
                <a:cs typeface="Arial"/>
              </a:defRPr>
            </a:lvl6pPr>
            <a:lvl7pPr>
              <a:defRPr sz="1725" b="1">
                <a:solidFill>
                  <a:srgbClr val="C5FF4A"/>
                </a:solidFill>
                <a:latin typeface="Arial"/>
                <a:ea typeface="Arial"/>
                <a:cs typeface="Arial"/>
              </a:defRPr>
            </a:lvl7pPr>
            <a:lvl8pPr>
              <a:defRPr sz="1725" b="1">
                <a:solidFill>
                  <a:srgbClr val="C5FF4A"/>
                </a:solidFill>
                <a:latin typeface="Arial"/>
                <a:ea typeface="Arial"/>
                <a:cs typeface="Arial"/>
              </a:defRPr>
            </a:lvl8pPr>
            <a:lvl9pPr>
              <a:defRPr sz="1725" b="1">
                <a:solidFill>
                  <a:srgbClr val="C5FF4A"/>
                </a:solidFill>
                <a:latin typeface="Arial"/>
                <a:ea typeface="Arial"/>
                <a:cs typeface="Arial"/>
              </a:defRPr>
            </a:lvl9pPr>
          </a:lstStyle>
          <a:p xmlns:a="http://schemas.openxmlformats.org/drawingml/2006/main">
            <a:pPr>
              <a:defRPr sz="1725" b="1">
                <a:solidFill>
                  <a:srgbClr val="C5FF4A"/>
                </a:solidFill>
                <a:latin typeface="Arial"/>
                <a:ea typeface="Arial"/>
                <a:cs typeface="Arial"/>
              </a:defRPr>
            </a:pPr>
            <a:r>
              <a:rPr sz="1725" b="1">
                <a:solidFill>
                  <a:srgbClr val="C5FF4A"/>
                </a:solidFill>
                <a:latin typeface="Arial"/>
                <a:ea typeface="Arial"/>
                <a:cs typeface="Arial"/>
              </a:rPr>
              <a:t>BUILD 2026</a:t>
            </a:r>
          </a:p>
        </p:txBody>
      </p:sp>
      <p:sp>
        <p:nvSpPr>
          <p:cNvPr id="5" name="PrismCampus">
            <a:extLst xmlns:a="http://schemas.openxmlformats.org/drawingml/2006/main">
              <a:ext uri="{FF2B5EF4-FFF2-40B4-BE49-F238E27FC236}">
                <a16:creationId xmlns:a16="http://schemas.microsoft.com/office/drawing/2014/main" id="{E8E01446-201D-49F1-A098-01FF1F89C826}"/>
              </a:ext>
            </a:extLst>
          </p:cNvPr>
          <p:cNvSpPr>
            <a:spLocks xmlns:a="http://schemas.openxmlformats.org/drawingml/2006/main" noGrp="1"/>
          </p:cNvSpPr>
          <p:nvPr/>
        </p:nvSpPr>
        <p:spPr>
          <a:xfrm xmlns:a="http://schemas.openxmlformats.org/drawingml/2006/main">
            <a:off x="619125" y="1771650"/>
            <a:ext cx="1000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425" b="1">
                <a:solidFill>
                  <a:srgbClr val="F5F7F9"/>
                </a:solidFill>
                <a:latin typeface="Arial"/>
                <a:ea typeface="Arial"/>
                <a:cs typeface="Arial"/>
              </a:defRPr>
            </a:defPPr>
            <a:lvl1pPr>
              <a:defRPr sz="7425" b="1">
                <a:solidFill>
                  <a:srgbClr val="F5F7F9"/>
                </a:solidFill>
                <a:latin typeface="Arial"/>
                <a:ea typeface="Arial"/>
                <a:cs typeface="Arial"/>
              </a:defRPr>
            </a:lvl1pPr>
            <a:lvl2pPr>
              <a:defRPr sz="7425" b="1">
                <a:solidFill>
                  <a:srgbClr val="F5F7F9"/>
                </a:solidFill>
                <a:latin typeface="Arial"/>
                <a:ea typeface="Arial"/>
                <a:cs typeface="Arial"/>
              </a:defRPr>
            </a:lvl2pPr>
            <a:lvl3pPr>
              <a:defRPr sz="7425" b="1">
                <a:solidFill>
                  <a:srgbClr val="F5F7F9"/>
                </a:solidFill>
                <a:latin typeface="Arial"/>
                <a:ea typeface="Arial"/>
                <a:cs typeface="Arial"/>
              </a:defRPr>
            </a:lvl3pPr>
            <a:lvl4pPr>
              <a:defRPr sz="7425" b="1">
                <a:solidFill>
                  <a:srgbClr val="F5F7F9"/>
                </a:solidFill>
                <a:latin typeface="Arial"/>
                <a:ea typeface="Arial"/>
                <a:cs typeface="Arial"/>
              </a:defRPr>
            </a:lvl4pPr>
            <a:lvl5pPr>
              <a:defRPr sz="7425" b="1">
                <a:solidFill>
                  <a:srgbClr val="F5F7F9"/>
                </a:solidFill>
                <a:latin typeface="Arial"/>
                <a:ea typeface="Arial"/>
                <a:cs typeface="Arial"/>
              </a:defRPr>
            </a:lvl5pPr>
            <a:lvl6pPr>
              <a:defRPr sz="7425" b="1">
                <a:solidFill>
                  <a:srgbClr val="F5F7F9"/>
                </a:solidFill>
                <a:latin typeface="Arial"/>
                <a:ea typeface="Arial"/>
                <a:cs typeface="Arial"/>
              </a:defRPr>
            </a:lvl6pPr>
            <a:lvl7pPr>
              <a:defRPr sz="7425" b="1">
                <a:solidFill>
                  <a:srgbClr val="F5F7F9"/>
                </a:solidFill>
                <a:latin typeface="Arial"/>
                <a:ea typeface="Arial"/>
                <a:cs typeface="Arial"/>
              </a:defRPr>
            </a:lvl7pPr>
            <a:lvl8pPr>
              <a:defRPr sz="7425" b="1">
                <a:solidFill>
                  <a:srgbClr val="F5F7F9"/>
                </a:solidFill>
                <a:latin typeface="Arial"/>
                <a:ea typeface="Arial"/>
                <a:cs typeface="Arial"/>
              </a:defRPr>
            </a:lvl8pPr>
            <a:lvl9pPr>
              <a:defRPr sz="7425" b="1">
                <a:solidFill>
                  <a:srgbClr val="F5F7F9"/>
                </a:solidFill>
                <a:latin typeface="Arial"/>
                <a:ea typeface="Arial"/>
                <a:cs typeface="Arial"/>
              </a:defRPr>
            </a:lvl9pPr>
          </a:lstStyle>
          <a:p xmlns:a="http://schemas.openxmlformats.org/drawingml/2006/main">
            <a:pPr>
              <a:defRPr sz="7425" b="1">
                <a:solidFill>
                  <a:srgbClr val="F5F7F9"/>
                </a:solidFill>
                <a:latin typeface="Arial"/>
                <a:ea typeface="Arial"/>
                <a:cs typeface="Arial"/>
              </a:defRPr>
            </a:pPr>
            <a:r>
              <a:rPr sz="7425" b="1">
                <a:solidFill>
                  <a:srgbClr val="F5F7F9"/>
                </a:solidFill>
                <a:latin typeface="Arial"/>
                <a:ea typeface="Arial"/>
                <a:cs typeface="Arial"/>
              </a:rPr>
              <a:t>PrismCampus</a:t>
            </a:r>
          </a:p>
        </p:txBody>
      </p:sp>
      <p:sp>
        <p:nvSpPr>
          <p:cNvPr id="6" name="Classes, directions and campus help.&#10;Online or offline.">
            <a:extLst xmlns:a="http://schemas.openxmlformats.org/drawingml/2006/main">
              <a:ext uri="{FF2B5EF4-FFF2-40B4-BE49-F238E27FC236}">
                <a16:creationId xmlns:a16="http://schemas.microsoft.com/office/drawing/2014/main" id="{9795E1DE-21FA-41B2-AB5B-5D0F1FEC5022}"/>
              </a:ext>
            </a:extLst>
          </p:cNvPr>
          <p:cNvSpPr>
            <a:spLocks xmlns:a="http://schemas.openxmlformats.org/drawingml/2006/main" noGrp="1"/>
          </p:cNvSpPr>
          <p:nvPr/>
        </p:nvSpPr>
        <p:spPr>
          <a:xfrm xmlns:a="http://schemas.openxmlformats.org/drawingml/2006/main">
            <a:off x="704850" y="32194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5F7F9"/>
                </a:solidFill>
                <a:latin typeface="Arial"/>
                <a:ea typeface="Arial"/>
                <a:cs typeface="Arial"/>
              </a:defRPr>
            </a:defPPr>
            <a:lvl1pPr>
              <a:defRPr sz="2625" b="0">
                <a:solidFill>
                  <a:srgbClr val="F5F7F9"/>
                </a:solidFill>
                <a:latin typeface="Arial"/>
                <a:ea typeface="Arial"/>
                <a:cs typeface="Arial"/>
              </a:defRPr>
            </a:lvl1pPr>
            <a:lvl2pPr>
              <a:defRPr sz="2625" b="0">
                <a:solidFill>
                  <a:srgbClr val="F5F7F9"/>
                </a:solidFill>
                <a:latin typeface="Arial"/>
                <a:ea typeface="Arial"/>
                <a:cs typeface="Arial"/>
              </a:defRPr>
            </a:lvl2pPr>
            <a:lvl3pPr>
              <a:defRPr sz="2625" b="0">
                <a:solidFill>
                  <a:srgbClr val="F5F7F9"/>
                </a:solidFill>
                <a:latin typeface="Arial"/>
                <a:ea typeface="Arial"/>
                <a:cs typeface="Arial"/>
              </a:defRPr>
            </a:lvl3pPr>
            <a:lvl4pPr>
              <a:defRPr sz="2625" b="0">
                <a:solidFill>
                  <a:srgbClr val="F5F7F9"/>
                </a:solidFill>
                <a:latin typeface="Arial"/>
                <a:ea typeface="Arial"/>
                <a:cs typeface="Arial"/>
              </a:defRPr>
            </a:lvl4pPr>
            <a:lvl5pPr>
              <a:defRPr sz="2625" b="0">
                <a:solidFill>
                  <a:srgbClr val="F5F7F9"/>
                </a:solidFill>
                <a:latin typeface="Arial"/>
                <a:ea typeface="Arial"/>
                <a:cs typeface="Arial"/>
              </a:defRPr>
            </a:lvl5pPr>
            <a:lvl6pPr>
              <a:defRPr sz="2625" b="0">
                <a:solidFill>
                  <a:srgbClr val="F5F7F9"/>
                </a:solidFill>
                <a:latin typeface="Arial"/>
                <a:ea typeface="Arial"/>
                <a:cs typeface="Arial"/>
              </a:defRPr>
            </a:lvl6pPr>
            <a:lvl7pPr>
              <a:defRPr sz="2625" b="0">
                <a:solidFill>
                  <a:srgbClr val="F5F7F9"/>
                </a:solidFill>
                <a:latin typeface="Arial"/>
                <a:ea typeface="Arial"/>
                <a:cs typeface="Arial"/>
              </a:defRPr>
            </a:lvl7pPr>
            <a:lvl8pPr>
              <a:defRPr sz="2625" b="0">
                <a:solidFill>
                  <a:srgbClr val="F5F7F9"/>
                </a:solidFill>
                <a:latin typeface="Arial"/>
                <a:ea typeface="Arial"/>
                <a:cs typeface="Arial"/>
              </a:defRPr>
            </a:lvl8pPr>
            <a:lvl9pPr>
              <a:defRPr sz="2625" b="0">
                <a:solidFill>
                  <a:srgbClr val="F5F7F9"/>
                </a:solidFill>
                <a:latin typeface="Arial"/>
                <a:ea typeface="Arial"/>
                <a:cs typeface="Arial"/>
              </a:defRPr>
            </a:lvl9pPr>
          </a:lstStyle>
          <a:p xmlns:a="http://schemas.openxmlformats.org/drawingml/2006/main">
            <a:pPr>
              <a:defRPr sz="2625" b="0">
                <a:solidFill>
                  <a:srgbClr val="F5F7F9"/>
                </a:solidFill>
                <a:latin typeface="Arial"/>
                <a:ea typeface="Arial"/>
                <a:cs typeface="Arial"/>
              </a:defRPr>
            </a:pPr>
            <a:r>
              <a:rPr sz="2625" b="0">
                <a:solidFill>
                  <a:srgbClr val="F5F7F9"/>
                </a:solidFill>
                <a:latin typeface="Arial"/>
                <a:ea typeface="Arial"/>
                <a:cs typeface="Arial"/>
              </a:rPr>
              <a:t>Classes, directions and campus help.</a:t>
            </a:r>
          </a:p>
          <a:p xmlns:a="http://schemas.openxmlformats.org/drawingml/2006/main">
            <a:pPr>
              <a:defRPr sz="2625" b="0">
                <a:solidFill>
                  <a:srgbClr val="F5F7F9"/>
                </a:solidFill>
                <a:latin typeface="Arial"/>
                <a:ea typeface="Arial"/>
                <a:cs typeface="Arial"/>
              </a:defRPr>
            </a:pPr>
            <a:r>
              <a:rPr sz="2625" b="0">
                <a:solidFill>
                  <a:srgbClr val="F5F7F9"/>
                </a:solidFill>
                <a:latin typeface="Arial"/>
                <a:ea typeface="Arial"/>
                <a:cs typeface="Arial"/>
              </a:rPr>
              <a:t>Online or offline.</a:t>
            </a:r>
          </a:p>
        </p:txBody>
      </p:sp>
      <p:sp>
        <p:nvSpPr>
          <p:cNvPr id="7" name="Chiranth B K">
            <a:extLst xmlns:a="http://schemas.openxmlformats.org/drawingml/2006/main">
              <a:ext uri="{FF2B5EF4-FFF2-40B4-BE49-F238E27FC236}">
                <a16:creationId xmlns:a16="http://schemas.microsoft.com/office/drawing/2014/main" id="{24083789-4C3D-4AA1-9ED0-3C9005DBD33F}"/>
              </a:ext>
            </a:extLst>
          </p:cNvPr>
          <p:cNvSpPr>
            <a:spLocks xmlns:a="http://schemas.openxmlformats.org/drawingml/2006/main" noGrp="1"/>
          </p:cNvSpPr>
          <p:nvPr/>
        </p:nvSpPr>
        <p:spPr>
          <a:xfrm xmlns:a="http://schemas.openxmlformats.org/drawingml/2006/main">
            <a:off x="704850" y="5010150"/>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5FF4A"/>
                </a:solidFill>
                <a:latin typeface="Arial"/>
                <a:ea typeface="Arial"/>
                <a:cs typeface="Arial"/>
              </a:defRPr>
            </a:defPPr>
            <a:lvl1pPr>
              <a:defRPr sz="2325" b="1">
                <a:solidFill>
                  <a:srgbClr val="C5FF4A"/>
                </a:solidFill>
                <a:latin typeface="Arial"/>
                <a:ea typeface="Arial"/>
                <a:cs typeface="Arial"/>
              </a:defRPr>
            </a:lvl1pPr>
            <a:lvl2pPr>
              <a:defRPr sz="2325" b="1">
                <a:solidFill>
                  <a:srgbClr val="C5FF4A"/>
                </a:solidFill>
                <a:latin typeface="Arial"/>
                <a:ea typeface="Arial"/>
                <a:cs typeface="Arial"/>
              </a:defRPr>
            </a:lvl2pPr>
            <a:lvl3pPr>
              <a:defRPr sz="2325" b="1">
                <a:solidFill>
                  <a:srgbClr val="C5FF4A"/>
                </a:solidFill>
                <a:latin typeface="Arial"/>
                <a:ea typeface="Arial"/>
                <a:cs typeface="Arial"/>
              </a:defRPr>
            </a:lvl3pPr>
            <a:lvl4pPr>
              <a:defRPr sz="2325" b="1">
                <a:solidFill>
                  <a:srgbClr val="C5FF4A"/>
                </a:solidFill>
                <a:latin typeface="Arial"/>
                <a:ea typeface="Arial"/>
                <a:cs typeface="Arial"/>
              </a:defRPr>
            </a:lvl4pPr>
            <a:lvl5pPr>
              <a:defRPr sz="2325" b="1">
                <a:solidFill>
                  <a:srgbClr val="C5FF4A"/>
                </a:solidFill>
                <a:latin typeface="Arial"/>
                <a:ea typeface="Arial"/>
                <a:cs typeface="Arial"/>
              </a:defRPr>
            </a:lvl5pPr>
            <a:lvl6pPr>
              <a:defRPr sz="2325" b="1">
                <a:solidFill>
                  <a:srgbClr val="C5FF4A"/>
                </a:solidFill>
                <a:latin typeface="Arial"/>
                <a:ea typeface="Arial"/>
                <a:cs typeface="Arial"/>
              </a:defRPr>
            </a:lvl6pPr>
            <a:lvl7pPr>
              <a:defRPr sz="2325" b="1">
                <a:solidFill>
                  <a:srgbClr val="C5FF4A"/>
                </a:solidFill>
                <a:latin typeface="Arial"/>
                <a:ea typeface="Arial"/>
                <a:cs typeface="Arial"/>
              </a:defRPr>
            </a:lvl7pPr>
            <a:lvl8pPr>
              <a:defRPr sz="2325" b="1">
                <a:solidFill>
                  <a:srgbClr val="C5FF4A"/>
                </a:solidFill>
                <a:latin typeface="Arial"/>
                <a:ea typeface="Arial"/>
                <a:cs typeface="Arial"/>
              </a:defRPr>
            </a:lvl8pPr>
            <a:lvl9pPr>
              <a:defRPr sz="2325" b="1">
                <a:solidFill>
                  <a:srgbClr val="C5FF4A"/>
                </a:solidFill>
                <a:latin typeface="Arial"/>
                <a:ea typeface="Arial"/>
                <a:cs typeface="Arial"/>
              </a:defRPr>
            </a:lvl9pPr>
          </a:lstStyle>
          <a:p xmlns:a="http://schemas.openxmlformats.org/drawingml/2006/main">
            <a:pPr>
              <a:defRPr sz="2325" b="1">
                <a:solidFill>
                  <a:srgbClr val="C5FF4A"/>
                </a:solidFill>
                <a:latin typeface="Arial"/>
                <a:ea typeface="Arial"/>
                <a:cs typeface="Arial"/>
              </a:defRPr>
            </a:pPr>
            <a:r>
              <a:rPr sz="2325" b="1">
                <a:solidFill>
                  <a:srgbClr val="C5FF4A"/>
                </a:solidFill>
                <a:latin typeface="Arial"/>
                <a:ea typeface="Arial"/>
                <a:cs typeface="Arial"/>
              </a:rPr>
              <a:t>Chiranth B K</a:t>
            </a:r>
          </a:p>
        </p:txBody>
      </p:sp>
      <p:sp>
        <p:nvSpPr>
          <p:cNvPr id="8" name="CrystalX / Solo builder">
            <a:extLst xmlns:a="http://schemas.openxmlformats.org/drawingml/2006/main">
              <a:ext uri="{FF2B5EF4-FFF2-40B4-BE49-F238E27FC236}">
                <a16:creationId xmlns:a16="http://schemas.microsoft.com/office/drawing/2014/main" id="{A27F3720-5FD4-407E-9B48-EB0A901FD6E0}"/>
              </a:ext>
            </a:extLst>
          </p:cNvPr>
          <p:cNvSpPr>
            <a:spLocks xmlns:a="http://schemas.openxmlformats.org/drawingml/2006/main" noGrp="1"/>
          </p:cNvSpPr>
          <p:nvPr/>
        </p:nvSpPr>
        <p:spPr>
          <a:xfrm xmlns:a="http://schemas.openxmlformats.org/drawingml/2006/main">
            <a:off x="704850" y="5495925"/>
            <a:ext cx="609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9B2BE"/>
                </a:solidFill>
                <a:latin typeface="Arial"/>
                <a:ea typeface="Arial"/>
                <a:cs typeface="Arial"/>
              </a:defRPr>
            </a:defPPr>
            <a:lvl1pPr>
              <a:defRPr sz="1725" b="0">
                <a:solidFill>
                  <a:srgbClr val="A9B2BE"/>
                </a:solidFill>
                <a:latin typeface="Arial"/>
                <a:ea typeface="Arial"/>
                <a:cs typeface="Arial"/>
              </a:defRPr>
            </a:lvl1pPr>
            <a:lvl2pPr>
              <a:defRPr sz="1725" b="0">
                <a:solidFill>
                  <a:srgbClr val="A9B2BE"/>
                </a:solidFill>
                <a:latin typeface="Arial"/>
                <a:ea typeface="Arial"/>
                <a:cs typeface="Arial"/>
              </a:defRPr>
            </a:lvl2pPr>
            <a:lvl3pPr>
              <a:defRPr sz="1725" b="0">
                <a:solidFill>
                  <a:srgbClr val="A9B2BE"/>
                </a:solidFill>
                <a:latin typeface="Arial"/>
                <a:ea typeface="Arial"/>
                <a:cs typeface="Arial"/>
              </a:defRPr>
            </a:lvl3pPr>
            <a:lvl4pPr>
              <a:defRPr sz="1725" b="0">
                <a:solidFill>
                  <a:srgbClr val="A9B2BE"/>
                </a:solidFill>
                <a:latin typeface="Arial"/>
                <a:ea typeface="Arial"/>
                <a:cs typeface="Arial"/>
              </a:defRPr>
            </a:lvl4pPr>
            <a:lvl5pPr>
              <a:defRPr sz="1725" b="0">
                <a:solidFill>
                  <a:srgbClr val="A9B2BE"/>
                </a:solidFill>
                <a:latin typeface="Arial"/>
                <a:ea typeface="Arial"/>
                <a:cs typeface="Arial"/>
              </a:defRPr>
            </a:lvl5pPr>
            <a:lvl6pPr>
              <a:defRPr sz="1725" b="0">
                <a:solidFill>
                  <a:srgbClr val="A9B2BE"/>
                </a:solidFill>
                <a:latin typeface="Arial"/>
                <a:ea typeface="Arial"/>
                <a:cs typeface="Arial"/>
              </a:defRPr>
            </a:lvl6pPr>
            <a:lvl7pPr>
              <a:defRPr sz="1725" b="0">
                <a:solidFill>
                  <a:srgbClr val="A9B2BE"/>
                </a:solidFill>
                <a:latin typeface="Arial"/>
                <a:ea typeface="Arial"/>
                <a:cs typeface="Arial"/>
              </a:defRPr>
            </a:lvl7pPr>
            <a:lvl8pPr>
              <a:defRPr sz="1725" b="0">
                <a:solidFill>
                  <a:srgbClr val="A9B2BE"/>
                </a:solidFill>
                <a:latin typeface="Arial"/>
                <a:ea typeface="Arial"/>
                <a:cs typeface="Arial"/>
              </a:defRPr>
            </a:lvl8pPr>
            <a:lvl9pPr>
              <a:defRPr sz="1725" b="0">
                <a:solidFill>
                  <a:srgbClr val="A9B2BE"/>
                </a:solidFill>
                <a:latin typeface="Arial"/>
                <a:ea typeface="Arial"/>
                <a:cs typeface="Arial"/>
              </a:defRPr>
            </a:lvl9pPr>
          </a:lstStyle>
          <a:p xmlns:a="http://schemas.openxmlformats.org/drawingml/2006/main">
            <a:pPr>
              <a:defRPr sz="1725" b="0">
                <a:solidFill>
                  <a:srgbClr val="A9B2BE"/>
                </a:solidFill>
                <a:latin typeface="Arial"/>
                <a:ea typeface="Arial"/>
                <a:cs typeface="Arial"/>
              </a:defRPr>
            </a:pPr>
            <a:r>
              <a:rPr sz="1725" b="0">
                <a:solidFill>
                  <a:srgbClr val="A9B2BE"/>
                </a:solidFill>
                <a:latin typeface="Arial"/>
                <a:ea typeface="Arial"/>
                <a:cs typeface="Arial"/>
              </a:rPr>
              <a:t>CrystalX / Solo builder</a:t>
            </a:r>
          </a:p>
        </p:txBody>
      </p:sp>
    </p:spTree>
    <p:extLst>
      <p:ext uri="{BB962C8B-B14F-4D97-AF65-F5344CB8AC3E}">
        <p14:creationId xmlns:p14="http://schemas.microsoft.com/office/powerpoint/2010/main" val="1204866420"/>
      </p:ext>
    </p:extLst>
  </p:cSld>
</p:sld>
</file>

<file path=ppt/slides/slide2.xml><?xml version="1.0" encoding="utf-8"?>
<p:sld xmlns:p="http://schemas.openxmlformats.org/presentationml/2006/main">
  <p:cSld>
    <p:bg>
      <p:bgPr>
        <a:solidFill xmlns:a="http://schemas.openxmlformats.org/drawingml/2006/main">
          <a:srgbClr val="C5FF4A"/>
        </a:solidFill>
      </p:bgPr>
    </p:bg>
    <p:spTree>
      <p:nvGrpSpPr>
        <p:cNvPr id="1" name=""/>
        <p:cNvGrpSpPr/>
        <p:nvPr/>
      </p:nvGrpSpPr>
      <p:grpSpPr>
        <a:xfrm xmlns:a="http://schemas.openxmlformats.org/drawingml/2006/main"/>
      </p:grpSpPr>
      <p:sp>
        <p:nvSpPr>
          <p:cNvPr id="8" name="CRYSTALX">
            <a:extLst xmlns:a="http://schemas.openxmlformats.org/drawingml/2006/main">
              <a:ext uri="{FF2B5EF4-FFF2-40B4-BE49-F238E27FC236}">
                <a16:creationId xmlns:a16="http://schemas.microsoft.com/office/drawing/2014/main" id="{09066C95-AB02-402A-8807-DFC917704D3F}"/>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2">
            <a:extLst xmlns:a="http://schemas.openxmlformats.org/drawingml/2006/main">
              <a:ext uri="{FF2B5EF4-FFF2-40B4-BE49-F238E27FC236}">
                <a16:creationId xmlns:a16="http://schemas.microsoft.com/office/drawing/2014/main" id="{DA7319BB-55B3-470B-9522-7DADAFB12931}"/>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02</a:t>
            </a:r>
          </a:p>
        </p:txBody>
      </p:sp>
      <p:sp>
        <p:nvSpPr>
          <p:cNvPr id="3" name="THE FIRST-DAY PROBLEM">
            <a:extLst xmlns:a="http://schemas.openxmlformats.org/drawingml/2006/main">
              <a:ext uri="{FF2B5EF4-FFF2-40B4-BE49-F238E27FC236}">
                <a16:creationId xmlns:a16="http://schemas.microsoft.com/office/drawing/2014/main" id="{A3204FBE-E15D-4AE8-BFEA-BF0E35D2C6A6}"/>
              </a:ext>
            </a:extLst>
          </p:cNvPr>
          <p:cNvSpPr>
            <a:spLocks xmlns:a="http://schemas.openxmlformats.org/drawingml/2006/main" noGrp="1"/>
          </p:cNvSpPr>
          <p:nvPr/>
        </p:nvSpPr>
        <p:spPr>
          <a:xfrm xmlns:a="http://schemas.openxmlformats.org/drawingml/2006/main">
            <a:off x="68580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1161D"/>
                </a:solidFill>
                <a:latin typeface="Arial"/>
                <a:ea typeface="Arial"/>
                <a:cs typeface="Arial"/>
              </a:defRPr>
            </a:defPPr>
            <a:lvl1pPr>
              <a:defRPr sz="1800" b="1">
                <a:solidFill>
                  <a:srgbClr val="11161D"/>
                </a:solidFill>
                <a:latin typeface="Arial"/>
                <a:ea typeface="Arial"/>
                <a:cs typeface="Arial"/>
              </a:defRPr>
            </a:lvl1pPr>
            <a:lvl2pPr>
              <a:defRPr sz="1800" b="1">
                <a:solidFill>
                  <a:srgbClr val="11161D"/>
                </a:solidFill>
                <a:latin typeface="Arial"/>
                <a:ea typeface="Arial"/>
                <a:cs typeface="Arial"/>
              </a:defRPr>
            </a:lvl2pPr>
            <a:lvl3pPr>
              <a:defRPr sz="1800" b="1">
                <a:solidFill>
                  <a:srgbClr val="11161D"/>
                </a:solidFill>
                <a:latin typeface="Arial"/>
                <a:ea typeface="Arial"/>
                <a:cs typeface="Arial"/>
              </a:defRPr>
            </a:lvl3pPr>
            <a:lvl4pPr>
              <a:defRPr sz="1800" b="1">
                <a:solidFill>
                  <a:srgbClr val="11161D"/>
                </a:solidFill>
                <a:latin typeface="Arial"/>
                <a:ea typeface="Arial"/>
                <a:cs typeface="Arial"/>
              </a:defRPr>
            </a:lvl4pPr>
            <a:lvl5pPr>
              <a:defRPr sz="1800" b="1">
                <a:solidFill>
                  <a:srgbClr val="11161D"/>
                </a:solidFill>
                <a:latin typeface="Arial"/>
                <a:ea typeface="Arial"/>
                <a:cs typeface="Arial"/>
              </a:defRPr>
            </a:lvl5pPr>
            <a:lvl6pPr>
              <a:defRPr sz="1800" b="1">
                <a:solidFill>
                  <a:srgbClr val="11161D"/>
                </a:solidFill>
                <a:latin typeface="Arial"/>
                <a:ea typeface="Arial"/>
                <a:cs typeface="Arial"/>
              </a:defRPr>
            </a:lvl6pPr>
            <a:lvl7pPr>
              <a:defRPr sz="1800" b="1">
                <a:solidFill>
                  <a:srgbClr val="11161D"/>
                </a:solidFill>
                <a:latin typeface="Arial"/>
                <a:ea typeface="Arial"/>
                <a:cs typeface="Arial"/>
              </a:defRPr>
            </a:lvl7pPr>
            <a:lvl8pPr>
              <a:defRPr sz="1800" b="1">
                <a:solidFill>
                  <a:srgbClr val="11161D"/>
                </a:solidFill>
                <a:latin typeface="Arial"/>
                <a:ea typeface="Arial"/>
                <a:cs typeface="Arial"/>
              </a:defRPr>
            </a:lvl8pPr>
            <a:lvl9pPr>
              <a:defRPr sz="1800" b="1">
                <a:solidFill>
                  <a:srgbClr val="11161D"/>
                </a:solidFill>
                <a:latin typeface="Arial"/>
                <a:ea typeface="Arial"/>
                <a:cs typeface="Arial"/>
              </a:defRPr>
            </a:lvl9pPr>
          </a:lstStyle>
          <a:p xmlns:a="http://schemas.openxmlformats.org/drawingml/2006/main">
            <a:pPr>
              <a:defRPr sz="1800" b="1">
                <a:solidFill>
                  <a:srgbClr val="11161D"/>
                </a:solidFill>
                <a:latin typeface="Arial"/>
                <a:ea typeface="Arial"/>
                <a:cs typeface="Arial"/>
              </a:defRPr>
            </a:pPr>
            <a:r>
              <a:rPr sz="1800" b="1">
                <a:solidFill>
                  <a:srgbClr val="11161D"/>
                </a:solidFill>
                <a:latin typeface="Arial"/>
                <a:ea typeface="Arial"/>
                <a:cs typeface="Arial"/>
              </a:rPr>
              <a:t>THE FIRST-DAY PROBLEM</a:t>
            </a:r>
          </a:p>
        </p:txBody>
      </p:sp>
      <p:sp>
        <p:nvSpPr>
          <p:cNvPr id="4" name="New campus.&#10;Too many places&#10;to find answers.">
            <a:extLst xmlns:a="http://schemas.openxmlformats.org/drawingml/2006/main">
              <a:ext uri="{FF2B5EF4-FFF2-40B4-BE49-F238E27FC236}">
                <a16:creationId xmlns:a16="http://schemas.microsoft.com/office/drawing/2014/main" id="{42142136-B78C-4D56-ACFB-8F5AB517BE72}"/>
              </a:ext>
            </a:extLst>
          </p:cNvPr>
          <p:cNvSpPr>
            <a:spLocks xmlns:a="http://schemas.openxmlformats.org/drawingml/2006/main" noGrp="1"/>
          </p:cNvSpPr>
          <p:nvPr/>
        </p:nvSpPr>
        <p:spPr>
          <a:xfrm xmlns:a="http://schemas.openxmlformats.org/drawingml/2006/main">
            <a:off x="628650" y="1552575"/>
            <a:ext cx="70961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1161D"/>
                </a:solidFill>
                <a:latin typeface="Arial"/>
                <a:ea typeface="Arial"/>
                <a:cs typeface="Arial"/>
              </a:defRPr>
            </a:defPPr>
            <a:lvl1pPr>
              <a:defRPr sz="5700" b="1">
                <a:solidFill>
                  <a:srgbClr val="11161D"/>
                </a:solidFill>
                <a:latin typeface="Arial"/>
                <a:ea typeface="Arial"/>
                <a:cs typeface="Arial"/>
              </a:defRPr>
            </a:lvl1pPr>
            <a:lvl2pPr>
              <a:defRPr sz="5700" b="1">
                <a:solidFill>
                  <a:srgbClr val="11161D"/>
                </a:solidFill>
                <a:latin typeface="Arial"/>
                <a:ea typeface="Arial"/>
                <a:cs typeface="Arial"/>
              </a:defRPr>
            </a:lvl2pPr>
            <a:lvl3pPr>
              <a:defRPr sz="5700" b="1">
                <a:solidFill>
                  <a:srgbClr val="11161D"/>
                </a:solidFill>
                <a:latin typeface="Arial"/>
                <a:ea typeface="Arial"/>
                <a:cs typeface="Arial"/>
              </a:defRPr>
            </a:lvl3pPr>
            <a:lvl4pPr>
              <a:defRPr sz="5700" b="1">
                <a:solidFill>
                  <a:srgbClr val="11161D"/>
                </a:solidFill>
                <a:latin typeface="Arial"/>
                <a:ea typeface="Arial"/>
                <a:cs typeface="Arial"/>
              </a:defRPr>
            </a:lvl4pPr>
            <a:lvl5pPr>
              <a:defRPr sz="5700" b="1">
                <a:solidFill>
                  <a:srgbClr val="11161D"/>
                </a:solidFill>
                <a:latin typeface="Arial"/>
                <a:ea typeface="Arial"/>
                <a:cs typeface="Arial"/>
              </a:defRPr>
            </a:lvl5pPr>
            <a:lvl6pPr>
              <a:defRPr sz="5700" b="1">
                <a:solidFill>
                  <a:srgbClr val="11161D"/>
                </a:solidFill>
                <a:latin typeface="Arial"/>
                <a:ea typeface="Arial"/>
                <a:cs typeface="Arial"/>
              </a:defRPr>
            </a:lvl6pPr>
            <a:lvl7pPr>
              <a:defRPr sz="5700" b="1">
                <a:solidFill>
                  <a:srgbClr val="11161D"/>
                </a:solidFill>
                <a:latin typeface="Arial"/>
                <a:ea typeface="Arial"/>
                <a:cs typeface="Arial"/>
              </a:defRPr>
            </a:lvl7pPr>
            <a:lvl8pPr>
              <a:defRPr sz="5700" b="1">
                <a:solidFill>
                  <a:srgbClr val="11161D"/>
                </a:solidFill>
                <a:latin typeface="Arial"/>
                <a:ea typeface="Arial"/>
                <a:cs typeface="Arial"/>
              </a:defRPr>
            </a:lvl8pPr>
            <a:lvl9pPr>
              <a:defRPr sz="5700" b="1">
                <a:solidFill>
                  <a:srgbClr val="11161D"/>
                </a:solidFill>
                <a:latin typeface="Arial"/>
                <a:ea typeface="Arial"/>
                <a:cs typeface="Arial"/>
              </a:defRPr>
            </a:lvl9pPr>
          </a:lstStyle>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New campus.</a:t>
            </a:r>
          </a:p>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Too many places</a:t>
            </a:r>
          </a:p>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to find answers.</a:t>
            </a:r>
          </a:p>
        </p:txBody>
      </p:sp>
      <p:sp>
        <p:nvSpPr>
          <p:cNvPr id="5" name="Timetable images&#10;WhatsApp updates&#10;Separate websites&#10;Patchy i">
            <a:extLst xmlns:a="http://schemas.openxmlformats.org/drawingml/2006/main">
              <a:ext uri="{FF2B5EF4-FFF2-40B4-BE49-F238E27FC236}">
                <a16:creationId xmlns:a16="http://schemas.microsoft.com/office/drawing/2014/main" id="{1315267E-856B-43B5-BF02-C39F62E529EE}"/>
              </a:ext>
            </a:extLst>
          </p:cNvPr>
          <p:cNvSpPr>
            <a:spLocks xmlns:a="http://schemas.openxmlformats.org/drawingml/2006/main" noGrp="1"/>
          </p:cNvSpPr>
          <p:nvPr/>
        </p:nvSpPr>
        <p:spPr>
          <a:xfrm xmlns:a="http://schemas.openxmlformats.org/drawingml/2006/main">
            <a:off x="8239125" y="1809750"/>
            <a:ext cx="3333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1161D"/>
                </a:solidFill>
                <a:latin typeface="Arial"/>
                <a:ea typeface="Arial"/>
                <a:cs typeface="Arial"/>
              </a:defRPr>
            </a:defPPr>
            <a:lvl1pPr>
              <a:defRPr sz="2475" b="0">
                <a:solidFill>
                  <a:srgbClr val="11161D"/>
                </a:solidFill>
                <a:latin typeface="Arial"/>
                <a:ea typeface="Arial"/>
                <a:cs typeface="Arial"/>
              </a:defRPr>
            </a:lvl1pPr>
            <a:lvl2pPr>
              <a:defRPr sz="2475" b="0">
                <a:solidFill>
                  <a:srgbClr val="11161D"/>
                </a:solidFill>
                <a:latin typeface="Arial"/>
                <a:ea typeface="Arial"/>
                <a:cs typeface="Arial"/>
              </a:defRPr>
            </a:lvl2pPr>
            <a:lvl3pPr>
              <a:defRPr sz="2475" b="0">
                <a:solidFill>
                  <a:srgbClr val="11161D"/>
                </a:solidFill>
                <a:latin typeface="Arial"/>
                <a:ea typeface="Arial"/>
                <a:cs typeface="Arial"/>
              </a:defRPr>
            </a:lvl3pPr>
            <a:lvl4pPr>
              <a:defRPr sz="2475" b="0">
                <a:solidFill>
                  <a:srgbClr val="11161D"/>
                </a:solidFill>
                <a:latin typeface="Arial"/>
                <a:ea typeface="Arial"/>
                <a:cs typeface="Arial"/>
              </a:defRPr>
            </a:lvl4pPr>
            <a:lvl5pPr>
              <a:defRPr sz="2475" b="0">
                <a:solidFill>
                  <a:srgbClr val="11161D"/>
                </a:solidFill>
                <a:latin typeface="Arial"/>
                <a:ea typeface="Arial"/>
                <a:cs typeface="Arial"/>
              </a:defRPr>
            </a:lvl5pPr>
            <a:lvl6pPr>
              <a:defRPr sz="2475" b="0">
                <a:solidFill>
                  <a:srgbClr val="11161D"/>
                </a:solidFill>
                <a:latin typeface="Arial"/>
                <a:ea typeface="Arial"/>
                <a:cs typeface="Arial"/>
              </a:defRPr>
            </a:lvl6pPr>
            <a:lvl7pPr>
              <a:defRPr sz="2475" b="0">
                <a:solidFill>
                  <a:srgbClr val="11161D"/>
                </a:solidFill>
                <a:latin typeface="Arial"/>
                <a:ea typeface="Arial"/>
                <a:cs typeface="Arial"/>
              </a:defRPr>
            </a:lvl7pPr>
            <a:lvl8pPr>
              <a:defRPr sz="2475" b="0">
                <a:solidFill>
                  <a:srgbClr val="11161D"/>
                </a:solidFill>
                <a:latin typeface="Arial"/>
                <a:ea typeface="Arial"/>
                <a:cs typeface="Arial"/>
              </a:defRPr>
            </a:lvl8pPr>
            <a:lvl9pPr>
              <a:defRPr sz="2475" b="0">
                <a:solidFill>
                  <a:srgbClr val="11161D"/>
                </a:solidFill>
                <a:latin typeface="Arial"/>
                <a:ea typeface="Arial"/>
                <a:cs typeface="Arial"/>
              </a:defRPr>
            </a:lvl9pPr>
          </a:lstStyle>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Timetable images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WhatsApp updates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Separate websites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Patchy internet</a:t>
            </a:r>
          </a:p>
        </p:txBody>
      </p:sp>
      <p:sp>
        <p:nvSpPr>
          <p:cNvPr id="6" name="For first-year students and campus visitors">
            <a:extLst xmlns:a="http://schemas.openxmlformats.org/drawingml/2006/main">
              <a:ext uri="{FF2B5EF4-FFF2-40B4-BE49-F238E27FC236}">
                <a16:creationId xmlns:a16="http://schemas.microsoft.com/office/drawing/2014/main" id="{9A344308-57C0-4D3F-8DA1-7E5BFFCC1985}"/>
              </a:ext>
            </a:extLst>
          </p:cNvPr>
          <p:cNvSpPr>
            <a:spLocks xmlns:a="http://schemas.openxmlformats.org/drawingml/2006/main" noGrp="1"/>
          </p:cNvSpPr>
          <p:nvPr/>
        </p:nvSpPr>
        <p:spPr>
          <a:xfrm xmlns:a="http://schemas.openxmlformats.org/drawingml/2006/main">
            <a:off x="704850" y="5038725"/>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1161D"/>
                </a:solidFill>
                <a:latin typeface="Arial"/>
                <a:ea typeface="Arial"/>
                <a:cs typeface="Arial"/>
              </a:defRPr>
            </a:defPPr>
            <a:lvl1pPr>
              <a:defRPr sz="2475" b="1">
                <a:solidFill>
                  <a:srgbClr val="11161D"/>
                </a:solidFill>
                <a:latin typeface="Arial"/>
                <a:ea typeface="Arial"/>
                <a:cs typeface="Arial"/>
              </a:defRPr>
            </a:lvl1pPr>
            <a:lvl2pPr>
              <a:defRPr sz="2475" b="1">
                <a:solidFill>
                  <a:srgbClr val="11161D"/>
                </a:solidFill>
                <a:latin typeface="Arial"/>
                <a:ea typeface="Arial"/>
                <a:cs typeface="Arial"/>
              </a:defRPr>
            </a:lvl2pPr>
            <a:lvl3pPr>
              <a:defRPr sz="2475" b="1">
                <a:solidFill>
                  <a:srgbClr val="11161D"/>
                </a:solidFill>
                <a:latin typeface="Arial"/>
                <a:ea typeface="Arial"/>
                <a:cs typeface="Arial"/>
              </a:defRPr>
            </a:lvl3pPr>
            <a:lvl4pPr>
              <a:defRPr sz="2475" b="1">
                <a:solidFill>
                  <a:srgbClr val="11161D"/>
                </a:solidFill>
                <a:latin typeface="Arial"/>
                <a:ea typeface="Arial"/>
                <a:cs typeface="Arial"/>
              </a:defRPr>
            </a:lvl4pPr>
            <a:lvl5pPr>
              <a:defRPr sz="2475" b="1">
                <a:solidFill>
                  <a:srgbClr val="11161D"/>
                </a:solidFill>
                <a:latin typeface="Arial"/>
                <a:ea typeface="Arial"/>
                <a:cs typeface="Arial"/>
              </a:defRPr>
            </a:lvl5pPr>
            <a:lvl6pPr>
              <a:defRPr sz="2475" b="1">
                <a:solidFill>
                  <a:srgbClr val="11161D"/>
                </a:solidFill>
                <a:latin typeface="Arial"/>
                <a:ea typeface="Arial"/>
                <a:cs typeface="Arial"/>
              </a:defRPr>
            </a:lvl6pPr>
            <a:lvl7pPr>
              <a:defRPr sz="2475" b="1">
                <a:solidFill>
                  <a:srgbClr val="11161D"/>
                </a:solidFill>
                <a:latin typeface="Arial"/>
                <a:ea typeface="Arial"/>
                <a:cs typeface="Arial"/>
              </a:defRPr>
            </a:lvl7pPr>
            <a:lvl8pPr>
              <a:defRPr sz="2475" b="1">
                <a:solidFill>
                  <a:srgbClr val="11161D"/>
                </a:solidFill>
                <a:latin typeface="Arial"/>
                <a:ea typeface="Arial"/>
                <a:cs typeface="Arial"/>
              </a:defRPr>
            </a:lvl8pPr>
            <a:lvl9pPr>
              <a:defRPr sz="2475" b="1">
                <a:solidFill>
                  <a:srgbClr val="11161D"/>
                </a:solidFill>
                <a:latin typeface="Arial"/>
                <a:ea typeface="Arial"/>
                <a:cs typeface="Arial"/>
              </a:defRPr>
            </a:lvl9pPr>
          </a:lstStyle>
          <a:p xmlns:a="http://schemas.openxmlformats.org/drawingml/2006/main">
            <a:pPr>
              <a:defRPr sz="2475" b="1">
                <a:solidFill>
                  <a:srgbClr val="11161D"/>
                </a:solidFill>
                <a:latin typeface="Arial"/>
                <a:ea typeface="Arial"/>
                <a:cs typeface="Arial"/>
              </a:defRPr>
            </a:pPr>
            <a:r>
              <a:rPr sz="2475" b="1">
                <a:solidFill>
                  <a:srgbClr val="11161D"/>
                </a:solidFill>
                <a:latin typeface="Arial"/>
                <a:ea typeface="Arial"/>
                <a:cs typeface="Arial"/>
              </a:rPr>
              <a:t>For first-year students and campus visitors</a:t>
            </a:r>
          </a:p>
        </p:txBody>
      </p:sp>
      <p:sp>
        <p:nvSpPr>
          <p:cNvPr id="7" name="One missed update can mean the wrong classroom.">
            <a:extLst xmlns:a="http://schemas.openxmlformats.org/drawingml/2006/main">
              <a:ext uri="{FF2B5EF4-FFF2-40B4-BE49-F238E27FC236}">
                <a16:creationId xmlns:a16="http://schemas.microsoft.com/office/drawing/2014/main" id="{91CF3FB3-16ED-4490-A116-EFB388671B0E}"/>
              </a:ext>
            </a:extLst>
          </p:cNvPr>
          <p:cNvSpPr>
            <a:spLocks xmlns:a="http://schemas.openxmlformats.org/drawingml/2006/main" noGrp="1"/>
          </p:cNvSpPr>
          <p:nvPr/>
        </p:nvSpPr>
        <p:spPr>
          <a:xfrm xmlns:a="http://schemas.openxmlformats.org/drawingml/2006/main">
            <a:off x="704850" y="56388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1161D"/>
                </a:solidFill>
                <a:latin typeface="Arial"/>
                <a:ea typeface="Arial"/>
                <a:cs typeface="Arial"/>
              </a:defRPr>
            </a:defPPr>
            <a:lvl1pPr>
              <a:defRPr sz="1875" b="0">
                <a:solidFill>
                  <a:srgbClr val="11161D"/>
                </a:solidFill>
                <a:latin typeface="Arial"/>
                <a:ea typeface="Arial"/>
                <a:cs typeface="Arial"/>
              </a:defRPr>
            </a:lvl1pPr>
            <a:lvl2pPr>
              <a:defRPr sz="1875" b="0">
                <a:solidFill>
                  <a:srgbClr val="11161D"/>
                </a:solidFill>
                <a:latin typeface="Arial"/>
                <a:ea typeface="Arial"/>
                <a:cs typeface="Arial"/>
              </a:defRPr>
            </a:lvl2pPr>
            <a:lvl3pPr>
              <a:defRPr sz="1875" b="0">
                <a:solidFill>
                  <a:srgbClr val="11161D"/>
                </a:solidFill>
                <a:latin typeface="Arial"/>
                <a:ea typeface="Arial"/>
                <a:cs typeface="Arial"/>
              </a:defRPr>
            </a:lvl3pPr>
            <a:lvl4pPr>
              <a:defRPr sz="1875" b="0">
                <a:solidFill>
                  <a:srgbClr val="11161D"/>
                </a:solidFill>
                <a:latin typeface="Arial"/>
                <a:ea typeface="Arial"/>
                <a:cs typeface="Arial"/>
              </a:defRPr>
            </a:lvl4pPr>
            <a:lvl5pPr>
              <a:defRPr sz="1875" b="0">
                <a:solidFill>
                  <a:srgbClr val="11161D"/>
                </a:solidFill>
                <a:latin typeface="Arial"/>
                <a:ea typeface="Arial"/>
                <a:cs typeface="Arial"/>
              </a:defRPr>
            </a:lvl5pPr>
            <a:lvl6pPr>
              <a:defRPr sz="1875" b="0">
                <a:solidFill>
                  <a:srgbClr val="11161D"/>
                </a:solidFill>
                <a:latin typeface="Arial"/>
                <a:ea typeface="Arial"/>
                <a:cs typeface="Arial"/>
              </a:defRPr>
            </a:lvl6pPr>
            <a:lvl7pPr>
              <a:defRPr sz="1875" b="0">
                <a:solidFill>
                  <a:srgbClr val="11161D"/>
                </a:solidFill>
                <a:latin typeface="Arial"/>
                <a:ea typeface="Arial"/>
                <a:cs typeface="Arial"/>
              </a:defRPr>
            </a:lvl7pPr>
            <a:lvl8pPr>
              <a:defRPr sz="1875" b="0">
                <a:solidFill>
                  <a:srgbClr val="11161D"/>
                </a:solidFill>
                <a:latin typeface="Arial"/>
                <a:ea typeface="Arial"/>
                <a:cs typeface="Arial"/>
              </a:defRPr>
            </a:lvl8pPr>
            <a:lvl9pPr>
              <a:defRPr sz="1875" b="0">
                <a:solidFill>
                  <a:srgbClr val="11161D"/>
                </a:solidFill>
                <a:latin typeface="Arial"/>
                <a:ea typeface="Arial"/>
                <a:cs typeface="Arial"/>
              </a:defRPr>
            </a:lvl9pPr>
          </a:lstStyle>
          <a:p xmlns:a="http://schemas.openxmlformats.org/drawingml/2006/main">
            <a:pPr>
              <a:defRPr sz="1875" b="0">
                <a:solidFill>
                  <a:srgbClr val="11161D"/>
                </a:solidFill>
                <a:latin typeface="Arial"/>
                <a:ea typeface="Arial"/>
                <a:cs typeface="Arial"/>
              </a:defRPr>
            </a:pPr>
            <a:r>
              <a:rPr sz="1875" b="0">
                <a:solidFill>
                  <a:srgbClr val="11161D"/>
                </a:solidFill>
                <a:latin typeface="Arial"/>
                <a:ea typeface="Arial"/>
                <a:cs typeface="Arial"/>
              </a:rPr>
              <a:t>One missed update can mean the wrong classroom.</a:t>
            </a:r>
          </a:p>
        </p:txBody>
      </p:sp>
    </p:spTree>
    <p:extLst>
      <p:ext uri="{BB962C8B-B14F-4D97-AF65-F5344CB8AC3E}">
        <p14:creationId xmlns:p14="http://schemas.microsoft.com/office/powerpoint/2010/main" val="1208174688"/>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4" name="CRYSTALX">
            <a:extLst xmlns:a="http://schemas.openxmlformats.org/drawingml/2006/main">
              <a:ext uri="{FF2B5EF4-FFF2-40B4-BE49-F238E27FC236}">
                <a16:creationId xmlns:a16="http://schemas.microsoft.com/office/drawing/2014/main" id="{72E242F9-A3ED-4181-B8CA-D8C6268D990E}"/>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3">
            <a:extLst xmlns:a="http://schemas.openxmlformats.org/drawingml/2006/main">
              <a:ext uri="{FF2B5EF4-FFF2-40B4-BE49-F238E27FC236}">
                <a16:creationId xmlns:a16="http://schemas.microsoft.com/office/drawing/2014/main" id="{72521467-C730-4841-BD3A-A9B8E75E8D60}"/>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03</a:t>
            </a:r>
          </a:p>
        </p:txBody>
      </p:sp>
      <p:sp>
        <p:nvSpPr>
          <p:cNvPr id="3" name="One campus companion">
            <a:extLst xmlns:a="http://schemas.openxmlformats.org/drawingml/2006/main">
              <a:ext uri="{FF2B5EF4-FFF2-40B4-BE49-F238E27FC236}">
                <a16:creationId xmlns:a16="http://schemas.microsoft.com/office/drawing/2014/main" id="{2D988C06-5FB0-462C-BD02-6E03A376984A}"/>
              </a:ext>
            </a:extLst>
          </p:cNvPr>
          <p:cNvSpPr>
            <a:spLocks xmlns:a="http://schemas.openxmlformats.org/drawingml/2006/main" noGrp="1"/>
          </p:cNvSpPr>
          <p:nvPr/>
        </p:nvSpPr>
        <p:spPr>
          <a:xfrm xmlns:a="http://schemas.openxmlformats.org/drawingml/2006/main">
            <a:off x="647700" y="628650"/>
            <a:ext cx="1081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11161D"/>
                </a:solidFill>
                <a:latin typeface="Arial"/>
                <a:ea typeface="Arial"/>
                <a:cs typeface="Arial"/>
              </a:defRPr>
            </a:defPPr>
            <a:lvl1pPr>
              <a:defRPr sz="4725" b="1">
                <a:solidFill>
                  <a:srgbClr val="11161D"/>
                </a:solidFill>
                <a:latin typeface="Arial"/>
                <a:ea typeface="Arial"/>
                <a:cs typeface="Arial"/>
              </a:defRPr>
            </a:lvl1pPr>
            <a:lvl2pPr>
              <a:defRPr sz="4725" b="1">
                <a:solidFill>
                  <a:srgbClr val="11161D"/>
                </a:solidFill>
                <a:latin typeface="Arial"/>
                <a:ea typeface="Arial"/>
                <a:cs typeface="Arial"/>
              </a:defRPr>
            </a:lvl2pPr>
            <a:lvl3pPr>
              <a:defRPr sz="4725" b="1">
                <a:solidFill>
                  <a:srgbClr val="11161D"/>
                </a:solidFill>
                <a:latin typeface="Arial"/>
                <a:ea typeface="Arial"/>
                <a:cs typeface="Arial"/>
              </a:defRPr>
            </a:lvl3pPr>
            <a:lvl4pPr>
              <a:defRPr sz="4725" b="1">
                <a:solidFill>
                  <a:srgbClr val="11161D"/>
                </a:solidFill>
                <a:latin typeface="Arial"/>
                <a:ea typeface="Arial"/>
                <a:cs typeface="Arial"/>
              </a:defRPr>
            </a:lvl4pPr>
            <a:lvl5pPr>
              <a:defRPr sz="4725" b="1">
                <a:solidFill>
                  <a:srgbClr val="11161D"/>
                </a:solidFill>
                <a:latin typeface="Arial"/>
                <a:ea typeface="Arial"/>
                <a:cs typeface="Arial"/>
              </a:defRPr>
            </a:lvl5pPr>
            <a:lvl6pPr>
              <a:defRPr sz="4725" b="1">
                <a:solidFill>
                  <a:srgbClr val="11161D"/>
                </a:solidFill>
                <a:latin typeface="Arial"/>
                <a:ea typeface="Arial"/>
                <a:cs typeface="Arial"/>
              </a:defRPr>
            </a:lvl6pPr>
            <a:lvl7pPr>
              <a:defRPr sz="4725" b="1">
                <a:solidFill>
                  <a:srgbClr val="11161D"/>
                </a:solidFill>
                <a:latin typeface="Arial"/>
                <a:ea typeface="Arial"/>
                <a:cs typeface="Arial"/>
              </a:defRPr>
            </a:lvl7pPr>
            <a:lvl8pPr>
              <a:defRPr sz="4725" b="1">
                <a:solidFill>
                  <a:srgbClr val="11161D"/>
                </a:solidFill>
                <a:latin typeface="Arial"/>
                <a:ea typeface="Arial"/>
                <a:cs typeface="Arial"/>
              </a:defRPr>
            </a:lvl8pPr>
            <a:lvl9pPr>
              <a:defRPr sz="4725" b="1">
                <a:solidFill>
                  <a:srgbClr val="11161D"/>
                </a:solidFill>
                <a:latin typeface="Arial"/>
                <a:ea typeface="Arial"/>
                <a:cs typeface="Arial"/>
              </a:defRPr>
            </a:lvl9pPr>
          </a:lstStyle>
          <a:p xmlns:a="http://schemas.openxmlformats.org/drawingml/2006/main">
            <a:pPr>
              <a:defRPr sz="4725" b="1">
                <a:solidFill>
                  <a:srgbClr val="11161D"/>
                </a:solidFill>
                <a:latin typeface="Arial"/>
                <a:ea typeface="Arial"/>
                <a:cs typeface="Arial"/>
              </a:defRPr>
            </a:pPr>
            <a:r>
              <a:rPr sz="4725" b="1">
                <a:solidFill>
                  <a:srgbClr val="11161D"/>
                </a:solidFill>
                <a:latin typeface="Arial"/>
                <a:ea typeface="Arial"/>
                <a:cs typeface="Arial"/>
              </a:rPr>
              <a:t>One campus companion</a:t>
            </a:r>
          </a:p>
        </p:txBody>
      </p:sp>
      <p:sp>
        <p:nvSpPr>
          <p:cNvPr id="4" name="Plan your day">
            <a:extLst xmlns:a="http://schemas.openxmlformats.org/drawingml/2006/main">
              <a:ext uri="{FF2B5EF4-FFF2-40B4-BE49-F238E27FC236}">
                <a16:creationId xmlns:a16="http://schemas.microsoft.com/office/drawing/2014/main" id="{DF2DF8CD-6018-4CC2-BDE6-C7CD99499CA6}"/>
              </a:ext>
            </a:extLst>
          </p:cNvPr>
          <p:cNvSpPr>
            <a:spLocks xmlns:a="http://schemas.openxmlformats.org/drawingml/2006/main" noGrp="1"/>
          </p:cNvSpPr>
          <p:nvPr/>
        </p:nvSpPr>
        <p:spPr>
          <a:xfrm xmlns:a="http://schemas.openxmlformats.org/drawingml/2006/main">
            <a:off x="685800" y="18669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Plan your day</a:t>
            </a:r>
          </a:p>
        </p:txBody>
      </p:sp>
      <p:sp>
        <p:nvSpPr>
          <p:cNvPr id="5" name="Timetables, assignments and image uploads">
            <a:extLst xmlns:a="http://schemas.openxmlformats.org/drawingml/2006/main">
              <a:ext uri="{FF2B5EF4-FFF2-40B4-BE49-F238E27FC236}">
                <a16:creationId xmlns:a16="http://schemas.microsoft.com/office/drawing/2014/main" id="{900CA808-52B9-4B88-8AAF-B2416BAE9E96}"/>
              </a:ext>
            </a:extLst>
          </p:cNvPr>
          <p:cNvSpPr>
            <a:spLocks xmlns:a="http://schemas.openxmlformats.org/drawingml/2006/main" noGrp="1"/>
          </p:cNvSpPr>
          <p:nvPr/>
        </p:nvSpPr>
        <p:spPr>
          <a:xfrm xmlns:a="http://schemas.openxmlformats.org/drawingml/2006/main">
            <a:off x="685800" y="2390775"/>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Timetables, assignments and image uploads</a:t>
            </a:r>
          </a:p>
        </p:txBody>
      </p:sp>
      <p:sp>
        <p:nvSpPr>
          <p:cNvPr id="6" name="Find your way">
            <a:extLst xmlns:a="http://schemas.openxmlformats.org/drawingml/2006/main">
              <a:ext uri="{FF2B5EF4-FFF2-40B4-BE49-F238E27FC236}">
                <a16:creationId xmlns:a16="http://schemas.microsoft.com/office/drawing/2014/main" id="{F5F244C5-D757-4F03-ABD7-ABA3CD11F0EA}"/>
              </a:ext>
            </a:extLst>
          </p:cNvPr>
          <p:cNvSpPr>
            <a:spLocks xmlns:a="http://schemas.openxmlformats.org/drawingml/2006/main" noGrp="1"/>
          </p:cNvSpPr>
          <p:nvPr/>
        </p:nvSpPr>
        <p:spPr>
          <a:xfrm xmlns:a="http://schemas.openxmlformats.org/drawingml/2006/main">
            <a:off x="6762750" y="18669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Find your way</a:t>
            </a:r>
          </a:p>
        </p:txBody>
      </p:sp>
      <p:sp>
        <p:nvSpPr>
          <p:cNvPr id="7" name="Campus buildings, rooms and map destinations">
            <a:extLst xmlns:a="http://schemas.openxmlformats.org/drawingml/2006/main">
              <a:ext uri="{FF2B5EF4-FFF2-40B4-BE49-F238E27FC236}">
                <a16:creationId xmlns:a16="http://schemas.microsoft.com/office/drawing/2014/main" id="{C077CDF7-1147-4833-9196-91629A97F517}"/>
              </a:ext>
            </a:extLst>
          </p:cNvPr>
          <p:cNvSpPr>
            <a:spLocks xmlns:a="http://schemas.openxmlformats.org/drawingml/2006/main" noGrp="1"/>
          </p:cNvSpPr>
          <p:nvPr/>
        </p:nvSpPr>
        <p:spPr>
          <a:xfrm xmlns:a="http://schemas.openxmlformats.org/drawingml/2006/main">
            <a:off x="6762750" y="2390775"/>
            <a:ext cx="4714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Campus buildings, rooms and map destinations</a:t>
            </a:r>
          </a:p>
        </p:txBody>
      </p:sp>
      <p:sp>
        <p:nvSpPr>
          <p:cNvPr id="8" name="Ask naturally">
            <a:extLst xmlns:a="http://schemas.openxmlformats.org/drawingml/2006/main">
              <a:ext uri="{FF2B5EF4-FFF2-40B4-BE49-F238E27FC236}">
                <a16:creationId xmlns:a16="http://schemas.microsoft.com/office/drawing/2014/main" id="{1BA286E5-F8E6-428D-8DEE-0C1D7FE283C7}"/>
              </a:ext>
            </a:extLst>
          </p:cNvPr>
          <p:cNvSpPr>
            <a:spLocks xmlns:a="http://schemas.openxmlformats.org/drawingml/2006/main" noGrp="1"/>
          </p:cNvSpPr>
          <p:nvPr/>
        </p:nvSpPr>
        <p:spPr>
          <a:xfrm xmlns:a="http://schemas.openxmlformats.org/drawingml/2006/main">
            <a:off x="685800" y="3476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Ask naturally</a:t>
            </a:r>
          </a:p>
        </p:txBody>
      </p:sp>
      <p:sp>
        <p:nvSpPr>
          <p:cNvPr id="9" name="Voice and text with multilingual support">
            <a:extLst xmlns:a="http://schemas.openxmlformats.org/drawingml/2006/main">
              <a:ext uri="{FF2B5EF4-FFF2-40B4-BE49-F238E27FC236}">
                <a16:creationId xmlns:a16="http://schemas.microsoft.com/office/drawing/2014/main" id="{148CA637-1151-4D50-98B5-96EB9A94D438}"/>
              </a:ext>
            </a:extLst>
          </p:cNvPr>
          <p:cNvSpPr>
            <a:spLocks xmlns:a="http://schemas.openxmlformats.org/drawingml/2006/main" noGrp="1"/>
          </p:cNvSpPr>
          <p:nvPr/>
        </p:nvSpPr>
        <p:spPr>
          <a:xfrm xmlns:a="http://schemas.openxmlformats.org/drawingml/2006/main">
            <a:off x="685800" y="40005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Voice and text with multilingual support</a:t>
            </a:r>
          </a:p>
        </p:txBody>
      </p:sp>
      <p:sp>
        <p:nvSpPr>
          <p:cNvPr id="10" name="Stay updated">
            <a:extLst xmlns:a="http://schemas.openxmlformats.org/drawingml/2006/main">
              <a:ext uri="{FF2B5EF4-FFF2-40B4-BE49-F238E27FC236}">
                <a16:creationId xmlns:a16="http://schemas.microsoft.com/office/drawing/2014/main" id="{919E6F75-024B-403A-A392-B68F249DDDDE}"/>
              </a:ext>
            </a:extLst>
          </p:cNvPr>
          <p:cNvSpPr>
            <a:spLocks xmlns:a="http://schemas.openxmlformats.org/drawingml/2006/main" noGrp="1"/>
          </p:cNvSpPr>
          <p:nvPr/>
        </p:nvSpPr>
        <p:spPr>
          <a:xfrm xmlns:a="http://schemas.openxmlformats.org/drawingml/2006/main">
            <a:off x="6762750" y="34766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Stay updated</a:t>
            </a:r>
          </a:p>
        </p:txBody>
      </p:sp>
      <p:sp>
        <p:nvSpPr>
          <p:cNvPr id="11" name="Announcements, room changes and issue reports">
            <a:extLst xmlns:a="http://schemas.openxmlformats.org/drawingml/2006/main">
              <a:ext uri="{FF2B5EF4-FFF2-40B4-BE49-F238E27FC236}">
                <a16:creationId xmlns:a16="http://schemas.microsoft.com/office/drawing/2014/main" id="{138F2D29-F35D-45C0-BB76-19E4198559D9}"/>
              </a:ext>
            </a:extLst>
          </p:cNvPr>
          <p:cNvSpPr>
            <a:spLocks xmlns:a="http://schemas.openxmlformats.org/drawingml/2006/main" noGrp="1"/>
          </p:cNvSpPr>
          <p:nvPr/>
        </p:nvSpPr>
        <p:spPr>
          <a:xfrm xmlns:a="http://schemas.openxmlformats.org/drawingml/2006/main">
            <a:off x="6762750" y="4000500"/>
            <a:ext cx="4714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Announcements, room changes and issue reports</a:t>
            </a:r>
          </a:p>
        </p:txBody>
      </p:sp>
      <p:sp>
        <p:nvSpPr>
          <p:cNvPr id="12" name="Ask / scan     Saved campus context + AI     Answer / destin">
            <a:extLst xmlns:a="http://schemas.openxmlformats.org/drawingml/2006/main">
              <a:ext uri="{FF2B5EF4-FFF2-40B4-BE49-F238E27FC236}">
                <a16:creationId xmlns:a16="http://schemas.microsoft.com/office/drawing/2014/main" id="{0D2994F7-AC37-48D7-A4CF-C89C2F86D4B4}"/>
              </a:ext>
            </a:extLst>
          </p:cNvPr>
          <p:cNvSpPr>
            <a:spLocks xmlns:a="http://schemas.openxmlformats.org/drawingml/2006/main" noGrp="1"/>
          </p:cNvSpPr>
          <p:nvPr/>
        </p:nvSpPr>
        <p:spPr>
          <a:xfrm xmlns:a="http://schemas.openxmlformats.org/drawingml/2006/main">
            <a:off x="685800" y="51149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1161D"/>
                </a:solidFill>
                <a:latin typeface="Arial"/>
                <a:ea typeface="Arial"/>
                <a:cs typeface="Arial"/>
              </a:defRPr>
            </a:defPPr>
            <a:lvl1pPr>
              <a:defRPr sz="2025" b="1">
                <a:solidFill>
                  <a:srgbClr val="11161D"/>
                </a:solidFill>
                <a:latin typeface="Arial"/>
                <a:ea typeface="Arial"/>
                <a:cs typeface="Arial"/>
              </a:defRPr>
            </a:lvl1pPr>
            <a:lvl2pPr>
              <a:defRPr sz="2025" b="1">
                <a:solidFill>
                  <a:srgbClr val="11161D"/>
                </a:solidFill>
                <a:latin typeface="Arial"/>
                <a:ea typeface="Arial"/>
                <a:cs typeface="Arial"/>
              </a:defRPr>
            </a:lvl2pPr>
            <a:lvl3pPr>
              <a:defRPr sz="2025" b="1">
                <a:solidFill>
                  <a:srgbClr val="11161D"/>
                </a:solidFill>
                <a:latin typeface="Arial"/>
                <a:ea typeface="Arial"/>
                <a:cs typeface="Arial"/>
              </a:defRPr>
            </a:lvl3pPr>
            <a:lvl4pPr>
              <a:defRPr sz="2025" b="1">
                <a:solidFill>
                  <a:srgbClr val="11161D"/>
                </a:solidFill>
                <a:latin typeface="Arial"/>
                <a:ea typeface="Arial"/>
                <a:cs typeface="Arial"/>
              </a:defRPr>
            </a:lvl4pPr>
            <a:lvl5pPr>
              <a:defRPr sz="2025" b="1">
                <a:solidFill>
                  <a:srgbClr val="11161D"/>
                </a:solidFill>
                <a:latin typeface="Arial"/>
                <a:ea typeface="Arial"/>
                <a:cs typeface="Arial"/>
              </a:defRPr>
            </a:lvl5pPr>
            <a:lvl6pPr>
              <a:defRPr sz="2025" b="1">
                <a:solidFill>
                  <a:srgbClr val="11161D"/>
                </a:solidFill>
                <a:latin typeface="Arial"/>
                <a:ea typeface="Arial"/>
                <a:cs typeface="Arial"/>
              </a:defRPr>
            </a:lvl6pPr>
            <a:lvl7pPr>
              <a:defRPr sz="2025" b="1">
                <a:solidFill>
                  <a:srgbClr val="11161D"/>
                </a:solidFill>
                <a:latin typeface="Arial"/>
                <a:ea typeface="Arial"/>
                <a:cs typeface="Arial"/>
              </a:defRPr>
            </a:lvl7pPr>
            <a:lvl8pPr>
              <a:defRPr sz="2025" b="1">
                <a:solidFill>
                  <a:srgbClr val="11161D"/>
                </a:solidFill>
                <a:latin typeface="Arial"/>
                <a:ea typeface="Arial"/>
                <a:cs typeface="Arial"/>
              </a:defRPr>
            </a:lvl8pPr>
            <a:lvl9pPr>
              <a:defRPr sz="2025" b="1">
                <a:solidFill>
                  <a:srgbClr val="11161D"/>
                </a:solidFill>
                <a:latin typeface="Arial"/>
                <a:ea typeface="Arial"/>
                <a:cs typeface="Arial"/>
              </a:defRPr>
            </a:lvl9pPr>
          </a:lstStyle>
          <a:p xmlns:a="http://schemas.openxmlformats.org/drawingml/2006/main">
            <a:pPr>
              <a:defRPr sz="2025" b="1">
                <a:solidFill>
                  <a:srgbClr val="11161D"/>
                </a:solidFill>
                <a:latin typeface="Arial"/>
                <a:ea typeface="Arial"/>
                <a:cs typeface="Arial"/>
              </a:defRPr>
            </a:pPr>
            <a:r>
              <a:rPr sz="2025" b="1">
                <a:solidFill>
                  <a:srgbClr val="11161D"/>
                </a:solidFill>
                <a:latin typeface="Arial"/>
                <a:ea typeface="Arial"/>
                <a:cs typeface="Arial"/>
              </a:rPr>
              <a:t>Ask / scan     Saved campus context + AI     Answer / destination</a:t>
            </a:r>
          </a:p>
        </p:txBody>
      </p:sp>
      <p:sp>
        <p:nvSpPr>
          <p:cNvPr id="13" name="Existing Android foundation. BUILD additions: onboarding, se">
            <a:extLst xmlns:a="http://schemas.openxmlformats.org/drawingml/2006/main">
              <a:ext uri="{FF2B5EF4-FFF2-40B4-BE49-F238E27FC236}">
                <a16:creationId xmlns:a16="http://schemas.microsoft.com/office/drawing/2014/main" id="{6EC5D63A-8537-45C9-B5E1-D3BFD53EAA4E}"/>
              </a:ext>
            </a:extLst>
          </p:cNvPr>
          <p:cNvSpPr>
            <a:spLocks xmlns:a="http://schemas.openxmlformats.org/drawingml/2006/main" noGrp="1"/>
          </p:cNvSpPr>
          <p:nvPr/>
        </p:nvSpPr>
        <p:spPr>
          <a:xfrm xmlns:a="http://schemas.openxmlformats.org/drawingml/2006/main">
            <a:off x="685800" y="57340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35D6B"/>
                </a:solidFill>
                <a:latin typeface="Arial"/>
                <a:ea typeface="Arial"/>
                <a:cs typeface="Arial"/>
              </a:defRPr>
            </a:defPPr>
            <a:lvl1pPr>
              <a:defRPr sz="1425" b="0">
                <a:solidFill>
                  <a:srgbClr val="535D6B"/>
                </a:solidFill>
                <a:latin typeface="Arial"/>
                <a:ea typeface="Arial"/>
                <a:cs typeface="Arial"/>
              </a:defRPr>
            </a:lvl1pPr>
            <a:lvl2pPr>
              <a:defRPr sz="1425" b="0">
                <a:solidFill>
                  <a:srgbClr val="535D6B"/>
                </a:solidFill>
                <a:latin typeface="Arial"/>
                <a:ea typeface="Arial"/>
                <a:cs typeface="Arial"/>
              </a:defRPr>
            </a:lvl2pPr>
            <a:lvl3pPr>
              <a:defRPr sz="1425" b="0">
                <a:solidFill>
                  <a:srgbClr val="535D6B"/>
                </a:solidFill>
                <a:latin typeface="Arial"/>
                <a:ea typeface="Arial"/>
                <a:cs typeface="Arial"/>
              </a:defRPr>
            </a:lvl3pPr>
            <a:lvl4pPr>
              <a:defRPr sz="1425" b="0">
                <a:solidFill>
                  <a:srgbClr val="535D6B"/>
                </a:solidFill>
                <a:latin typeface="Arial"/>
                <a:ea typeface="Arial"/>
                <a:cs typeface="Arial"/>
              </a:defRPr>
            </a:lvl4pPr>
            <a:lvl5pPr>
              <a:defRPr sz="1425" b="0">
                <a:solidFill>
                  <a:srgbClr val="535D6B"/>
                </a:solidFill>
                <a:latin typeface="Arial"/>
                <a:ea typeface="Arial"/>
                <a:cs typeface="Arial"/>
              </a:defRPr>
            </a:lvl5pPr>
            <a:lvl6pPr>
              <a:defRPr sz="1425" b="0">
                <a:solidFill>
                  <a:srgbClr val="535D6B"/>
                </a:solidFill>
                <a:latin typeface="Arial"/>
                <a:ea typeface="Arial"/>
                <a:cs typeface="Arial"/>
              </a:defRPr>
            </a:lvl6pPr>
            <a:lvl7pPr>
              <a:defRPr sz="1425" b="0">
                <a:solidFill>
                  <a:srgbClr val="535D6B"/>
                </a:solidFill>
                <a:latin typeface="Arial"/>
                <a:ea typeface="Arial"/>
                <a:cs typeface="Arial"/>
              </a:defRPr>
            </a:lvl7pPr>
            <a:lvl8pPr>
              <a:defRPr sz="1425" b="0">
                <a:solidFill>
                  <a:srgbClr val="535D6B"/>
                </a:solidFill>
                <a:latin typeface="Arial"/>
                <a:ea typeface="Arial"/>
                <a:cs typeface="Arial"/>
              </a:defRPr>
            </a:lvl8pPr>
            <a:lvl9pPr>
              <a:defRPr sz="1425" b="0">
                <a:solidFill>
                  <a:srgbClr val="535D6B"/>
                </a:solidFill>
                <a:latin typeface="Arial"/>
                <a:ea typeface="Arial"/>
                <a:cs typeface="Arial"/>
              </a:defRPr>
            </a:lvl9pPr>
          </a:lstStyle>
          <a:p xmlns:a="http://schemas.openxmlformats.org/drawingml/2006/main">
            <a:pPr>
              <a:defRPr sz="1425" b="0">
                <a:solidFill>
                  <a:srgbClr val="535D6B"/>
                </a:solidFill>
                <a:latin typeface="Arial"/>
                <a:ea typeface="Arial"/>
                <a:cs typeface="Arial"/>
              </a:defRPr>
            </a:pPr>
            <a:r>
              <a:rPr sz="1425" b="0">
                <a:solidFill>
                  <a:srgbClr val="535D6B"/>
                </a:solidFill>
                <a:latin typeface="Arial"/>
                <a:ea typeface="Arial"/>
                <a:cs typeface="Arial"/>
              </a:rPr>
              <a:t>Existing Android foundation. BUILD additions: onboarding, session chat, UI and IITG backup.</a:t>
            </a:r>
          </a:p>
        </p:txBody>
      </p:sp>
    </p:spTree>
    <p:extLst>
      <p:ext uri="{BB962C8B-B14F-4D97-AF65-F5344CB8AC3E}">
        <p14:creationId xmlns:p14="http://schemas.microsoft.com/office/powerpoint/2010/main" val="1147080598"/>
      </p:ext>
    </p:extLst>
  </p:cSld>
</p:sld>
</file>

<file path=ppt/slides/slide4.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BF1A74A-E19A-45DB-83A1-17391564E862}"/>
              </a:ext>
            </a:extLst>
          </p:cNvPr>
          <p:cNvPicPr>
            <a:picLocks xmlns:a="http://schemas.openxmlformats.org/drawingml/2006/main" noChangeAspect="1"/>
          </p:cNvPicPr>
          <p:nvPr/>
        </p:nvPicPr>
        <p:blipFill>
          <a:blip xmlns:r="http://schemas.openxmlformats.org/officeDocument/2006/relationships" xmlns:a="http://schemas.openxmlformats.org/drawingml/2006/main" r:embed="Red0abea0e6374d2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RYSTALX">
            <a:extLst xmlns:a="http://schemas.openxmlformats.org/drawingml/2006/main">
              <a:ext uri="{FF2B5EF4-FFF2-40B4-BE49-F238E27FC236}">
                <a16:creationId xmlns:a16="http://schemas.microsoft.com/office/drawing/2014/main" id="{FA313B52-AD05-40F2-8D68-B7E3339AF987}"/>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3" name="04">
            <a:extLst xmlns:a="http://schemas.openxmlformats.org/drawingml/2006/main">
              <a:ext uri="{FF2B5EF4-FFF2-40B4-BE49-F238E27FC236}">
                <a16:creationId xmlns:a16="http://schemas.microsoft.com/office/drawing/2014/main" id="{F76C32EB-0C4B-42E1-9C30-7F59B2EFB693}"/>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04</a:t>
            </a:r>
          </a:p>
        </p:txBody>
      </p:sp>
      <p:sp>
        <p:nvSpPr>
          <p:cNvPr id="4" name="THE APP, IN ACTION">
            <a:extLst xmlns:a="http://schemas.openxmlformats.org/drawingml/2006/main">
              <a:ext uri="{FF2B5EF4-FFF2-40B4-BE49-F238E27FC236}">
                <a16:creationId xmlns:a16="http://schemas.microsoft.com/office/drawing/2014/main" id="{CE8951B9-7620-4484-9764-695DCD7A8D17}"/>
              </a:ext>
            </a:extLst>
          </p:cNvPr>
          <p:cNvSpPr>
            <a:spLocks xmlns:a="http://schemas.openxmlformats.org/drawingml/2006/main" noGrp="1"/>
          </p:cNvSpPr>
          <p:nvPr/>
        </p:nvSpPr>
        <p:spPr>
          <a:xfrm xmlns:a="http://schemas.openxmlformats.org/drawingml/2006/main">
            <a:off x="685800" y="6286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C5FF4A"/>
                </a:solidFill>
                <a:latin typeface="Arial"/>
                <a:ea typeface="Arial"/>
                <a:cs typeface="Arial"/>
              </a:defRPr>
            </a:defPPr>
            <a:lvl1pPr>
              <a:defRPr sz="1800" b="1">
                <a:solidFill>
                  <a:srgbClr val="C5FF4A"/>
                </a:solidFill>
                <a:latin typeface="Arial"/>
                <a:ea typeface="Arial"/>
                <a:cs typeface="Arial"/>
              </a:defRPr>
            </a:lvl1pPr>
            <a:lvl2pPr>
              <a:defRPr sz="1800" b="1">
                <a:solidFill>
                  <a:srgbClr val="C5FF4A"/>
                </a:solidFill>
                <a:latin typeface="Arial"/>
                <a:ea typeface="Arial"/>
                <a:cs typeface="Arial"/>
              </a:defRPr>
            </a:lvl2pPr>
            <a:lvl3pPr>
              <a:defRPr sz="1800" b="1">
                <a:solidFill>
                  <a:srgbClr val="C5FF4A"/>
                </a:solidFill>
                <a:latin typeface="Arial"/>
                <a:ea typeface="Arial"/>
                <a:cs typeface="Arial"/>
              </a:defRPr>
            </a:lvl3pPr>
            <a:lvl4pPr>
              <a:defRPr sz="1800" b="1">
                <a:solidFill>
                  <a:srgbClr val="C5FF4A"/>
                </a:solidFill>
                <a:latin typeface="Arial"/>
                <a:ea typeface="Arial"/>
                <a:cs typeface="Arial"/>
              </a:defRPr>
            </a:lvl4pPr>
            <a:lvl5pPr>
              <a:defRPr sz="1800" b="1">
                <a:solidFill>
                  <a:srgbClr val="C5FF4A"/>
                </a:solidFill>
                <a:latin typeface="Arial"/>
                <a:ea typeface="Arial"/>
                <a:cs typeface="Arial"/>
              </a:defRPr>
            </a:lvl5pPr>
            <a:lvl6pPr>
              <a:defRPr sz="1800" b="1">
                <a:solidFill>
                  <a:srgbClr val="C5FF4A"/>
                </a:solidFill>
                <a:latin typeface="Arial"/>
                <a:ea typeface="Arial"/>
                <a:cs typeface="Arial"/>
              </a:defRPr>
            </a:lvl6pPr>
            <a:lvl7pPr>
              <a:defRPr sz="1800" b="1">
                <a:solidFill>
                  <a:srgbClr val="C5FF4A"/>
                </a:solidFill>
                <a:latin typeface="Arial"/>
                <a:ea typeface="Arial"/>
                <a:cs typeface="Arial"/>
              </a:defRPr>
            </a:lvl7pPr>
            <a:lvl8pPr>
              <a:defRPr sz="1800" b="1">
                <a:solidFill>
                  <a:srgbClr val="C5FF4A"/>
                </a:solidFill>
                <a:latin typeface="Arial"/>
                <a:ea typeface="Arial"/>
                <a:cs typeface="Arial"/>
              </a:defRPr>
            </a:lvl8pPr>
            <a:lvl9pPr>
              <a:defRPr sz="1800" b="1">
                <a:solidFill>
                  <a:srgbClr val="C5FF4A"/>
                </a:solidFill>
                <a:latin typeface="Arial"/>
                <a:ea typeface="Arial"/>
                <a:cs typeface="Arial"/>
              </a:defRPr>
            </a:lvl9pPr>
          </a:lstStyle>
          <a:p xmlns:a="http://schemas.openxmlformats.org/drawingml/2006/main">
            <a:pPr>
              <a:defRPr sz="1800" b="1">
                <a:solidFill>
                  <a:srgbClr val="C5FF4A"/>
                </a:solidFill>
                <a:latin typeface="Arial"/>
                <a:ea typeface="Arial"/>
                <a:cs typeface="Arial"/>
              </a:defRPr>
            </a:pPr>
            <a:r>
              <a:rPr sz="1800" b="1">
                <a:solidFill>
                  <a:srgbClr val="C5FF4A"/>
                </a:solidFill>
                <a:latin typeface="Arial"/>
                <a:ea typeface="Arial"/>
                <a:cs typeface="Arial"/>
              </a:rPr>
              <a:t>THE APP, IN ACTION</a:t>
            </a:r>
          </a:p>
        </p:txBody>
      </p:sp>
      <p:sp>
        <p:nvSpPr>
          <p:cNvPr id="5" name="Let’s use it.">
            <a:extLst xmlns:a="http://schemas.openxmlformats.org/drawingml/2006/main">
              <a:ext uri="{FF2B5EF4-FFF2-40B4-BE49-F238E27FC236}">
                <a16:creationId xmlns:a16="http://schemas.microsoft.com/office/drawing/2014/main" id="{5F72527A-9927-4E25-A6F2-1AAD3F0F8B09}"/>
              </a:ext>
            </a:extLst>
          </p:cNvPr>
          <p:cNvSpPr>
            <a:spLocks xmlns:a="http://schemas.openxmlformats.org/drawingml/2006/main" noGrp="1"/>
          </p:cNvSpPr>
          <p:nvPr/>
        </p:nvSpPr>
        <p:spPr>
          <a:xfrm xmlns:a="http://schemas.openxmlformats.org/drawingml/2006/main">
            <a:off x="628650" y="1543050"/>
            <a:ext cx="904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825" b="1">
                <a:solidFill>
                  <a:srgbClr val="F5F7F9"/>
                </a:solidFill>
                <a:latin typeface="Arial"/>
                <a:ea typeface="Arial"/>
                <a:cs typeface="Arial"/>
              </a:defRPr>
            </a:defPPr>
            <a:lvl1pPr>
              <a:defRPr sz="6825" b="1">
                <a:solidFill>
                  <a:srgbClr val="F5F7F9"/>
                </a:solidFill>
                <a:latin typeface="Arial"/>
                <a:ea typeface="Arial"/>
                <a:cs typeface="Arial"/>
              </a:defRPr>
            </a:lvl1pPr>
            <a:lvl2pPr>
              <a:defRPr sz="6825" b="1">
                <a:solidFill>
                  <a:srgbClr val="F5F7F9"/>
                </a:solidFill>
                <a:latin typeface="Arial"/>
                <a:ea typeface="Arial"/>
                <a:cs typeface="Arial"/>
              </a:defRPr>
            </a:lvl2pPr>
            <a:lvl3pPr>
              <a:defRPr sz="6825" b="1">
                <a:solidFill>
                  <a:srgbClr val="F5F7F9"/>
                </a:solidFill>
                <a:latin typeface="Arial"/>
                <a:ea typeface="Arial"/>
                <a:cs typeface="Arial"/>
              </a:defRPr>
            </a:lvl3pPr>
            <a:lvl4pPr>
              <a:defRPr sz="6825" b="1">
                <a:solidFill>
                  <a:srgbClr val="F5F7F9"/>
                </a:solidFill>
                <a:latin typeface="Arial"/>
                <a:ea typeface="Arial"/>
                <a:cs typeface="Arial"/>
              </a:defRPr>
            </a:lvl4pPr>
            <a:lvl5pPr>
              <a:defRPr sz="6825" b="1">
                <a:solidFill>
                  <a:srgbClr val="F5F7F9"/>
                </a:solidFill>
                <a:latin typeface="Arial"/>
                <a:ea typeface="Arial"/>
                <a:cs typeface="Arial"/>
              </a:defRPr>
            </a:lvl5pPr>
            <a:lvl6pPr>
              <a:defRPr sz="6825" b="1">
                <a:solidFill>
                  <a:srgbClr val="F5F7F9"/>
                </a:solidFill>
                <a:latin typeface="Arial"/>
                <a:ea typeface="Arial"/>
                <a:cs typeface="Arial"/>
              </a:defRPr>
            </a:lvl6pPr>
            <a:lvl7pPr>
              <a:defRPr sz="6825" b="1">
                <a:solidFill>
                  <a:srgbClr val="F5F7F9"/>
                </a:solidFill>
                <a:latin typeface="Arial"/>
                <a:ea typeface="Arial"/>
                <a:cs typeface="Arial"/>
              </a:defRPr>
            </a:lvl7pPr>
            <a:lvl8pPr>
              <a:defRPr sz="6825" b="1">
                <a:solidFill>
                  <a:srgbClr val="F5F7F9"/>
                </a:solidFill>
                <a:latin typeface="Arial"/>
                <a:ea typeface="Arial"/>
                <a:cs typeface="Arial"/>
              </a:defRPr>
            </a:lvl8pPr>
            <a:lvl9pPr>
              <a:defRPr sz="6825" b="1">
                <a:solidFill>
                  <a:srgbClr val="F5F7F9"/>
                </a:solidFill>
                <a:latin typeface="Arial"/>
                <a:ea typeface="Arial"/>
                <a:cs typeface="Arial"/>
              </a:defRPr>
            </a:lvl9pPr>
          </a:lstStyle>
          <a:p xmlns:a="http://schemas.openxmlformats.org/drawingml/2006/main">
            <a:pPr>
              <a:defRPr sz="6825" b="1">
                <a:solidFill>
                  <a:srgbClr val="F5F7F9"/>
                </a:solidFill>
                <a:latin typeface="Arial"/>
                <a:ea typeface="Arial"/>
                <a:cs typeface="Arial"/>
              </a:defRPr>
            </a:pPr>
            <a:r>
              <a:rPr sz="6825" b="1">
                <a:solidFill>
                  <a:srgbClr val="F5F7F9"/>
                </a:solidFill>
                <a:latin typeface="Arial"/>
                <a:ea typeface="Arial"/>
                <a:cs typeface="Arial"/>
              </a:rPr>
              <a:t>Let’s use it.</a:t>
            </a:r>
          </a:p>
        </p:txBody>
      </p:sp>
      <p:sp>
        <p:nvSpPr>
          <p:cNvPr id="6" name="01   Choose the campus">
            <a:extLst xmlns:a="http://schemas.openxmlformats.org/drawingml/2006/main">
              <a:ext uri="{FF2B5EF4-FFF2-40B4-BE49-F238E27FC236}">
                <a16:creationId xmlns:a16="http://schemas.microsoft.com/office/drawing/2014/main" id="{D7F2B306-B700-48A1-B40D-734E55CF02ED}"/>
              </a:ext>
            </a:extLst>
          </p:cNvPr>
          <p:cNvSpPr>
            <a:spLocks xmlns:a="http://schemas.openxmlformats.org/drawingml/2006/main" noGrp="1"/>
          </p:cNvSpPr>
          <p:nvPr/>
        </p:nvSpPr>
        <p:spPr>
          <a:xfrm xmlns:a="http://schemas.openxmlformats.org/drawingml/2006/main">
            <a:off x="723900" y="32194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01   Choose the campus</a:t>
            </a:r>
          </a:p>
        </p:txBody>
      </p:sp>
      <p:sp>
        <p:nvSpPr>
          <p:cNvPr id="7" name="02   Ask for the next class">
            <a:extLst xmlns:a="http://schemas.openxmlformats.org/drawingml/2006/main">
              <a:ext uri="{FF2B5EF4-FFF2-40B4-BE49-F238E27FC236}">
                <a16:creationId xmlns:a16="http://schemas.microsoft.com/office/drawing/2014/main" id="{0A9E2595-2467-49F7-9FC3-710AB4C64B59}"/>
              </a:ext>
            </a:extLst>
          </p:cNvPr>
          <p:cNvSpPr>
            <a:spLocks xmlns:a="http://schemas.openxmlformats.org/drawingml/2006/main" noGrp="1"/>
          </p:cNvSpPr>
          <p:nvPr/>
        </p:nvSpPr>
        <p:spPr>
          <a:xfrm xmlns:a="http://schemas.openxmlformats.org/drawingml/2006/main">
            <a:off x="723900" y="38100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02   Ask for the next class</a:t>
            </a:r>
          </a:p>
        </p:txBody>
      </p:sp>
      <p:sp>
        <p:nvSpPr>
          <p:cNvPr id="8" name="03   Open the schedule and map">
            <a:extLst xmlns:a="http://schemas.openxmlformats.org/drawingml/2006/main">
              <a:ext uri="{FF2B5EF4-FFF2-40B4-BE49-F238E27FC236}">
                <a16:creationId xmlns:a16="http://schemas.microsoft.com/office/drawing/2014/main" id="{1C83B39A-45D5-4726-8797-492F48A00482}"/>
              </a:ext>
            </a:extLst>
          </p:cNvPr>
          <p:cNvSpPr>
            <a:spLocks xmlns:a="http://schemas.openxmlformats.org/drawingml/2006/main" noGrp="1"/>
          </p:cNvSpPr>
          <p:nvPr/>
        </p:nvSpPr>
        <p:spPr>
          <a:xfrm xmlns:a="http://schemas.openxmlformats.org/drawingml/2006/main">
            <a:off x="723900" y="44005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03   Open the schedule and map</a:t>
            </a:r>
          </a:p>
        </p:txBody>
      </p:sp>
      <p:sp>
        <p:nvSpPr>
          <p:cNvPr id="9" name="04   Switch offline and ask again">
            <a:extLst xmlns:a="http://schemas.openxmlformats.org/drawingml/2006/main">
              <a:ext uri="{FF2B5EF4-FFF2-40B4-BE49-F238E27FC236}">
                <a16:creationId xmlns:a16="http://schemas.microsoft.com/office/drawing/2014/main" id="{0B0D3F2C-A06A-4DA5-8BC1-923C36FD5CC4}"/>
              </a:ext>
            </a:extLst>
          </p:cNvPr>
          <p:cNvSpPr>
            <a:spLocks xmlns:a="http://schemas.openxmlformats.org/drawingml/2006/main" noGrp="1"/>
          </p:cNvSpPr>
          <p:nvPr/>
        </p:nvSpPr>
        <p:spPr>
          <a:xfrm xmlns:a="http://schemas.openxmlformats.org/drawingml/2006/main">
            <a:off x="723900" y="49911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5FF4A"/>
                </a:solidFill>
                <a:latin typeface="Arial"/>
                <a:ea typeface="Arial"/>
                <a:cs typeface="Arial"/>
              </a:defRPr>
            </a:defPPr>
            <a:lvl1pPr>
              <a:defRPr sz="2325" b="1">
                <a:solidFill>
                  <a:srgbClr val="C5FF4A"/>
                </a:solidFill>
                <a:latin typeface="Arial"/>
                <a:ea typeface="Arial"/>
                <a:cs typeface="Arial"/>
              </a:defRPr>
            </a:lvl1pPr>
            <a:lvl2pPr>
              <a:defRPr sz="2325" b="1">
                <a:solidFill>
                  <a:srgbClr val="C5FF4A"/>
                </a:solidFill>
                <a:latin typeface="Arial"/>
                <a:ea typeface="Arial"/>
                <a:cs typeface="Arial"/>
              </a:defRPr>
            </a:lvl2pPr>
            <a:lvl3pPr>
              <a:defRPr sz="2325" b="1">
                <a:solidFill>
                  <a:srgbClr val="C5FF4A"/>
                </a:solidFill>
                <a:latin typeface="Arial"/>
                <a:ea typeface="Arial"/>
                <a:cs typeface="Arial"/>
              </a:defRPr>
            </a:lvl3pPr>
            <a:lvl4pPr>
              <a:defRPr sz="2325" b="1">
                <a:solidFill>
                  <a:srgbClr val="C5FF4A"/>
                </a:solidFill>
                <a:latin typeface="Arial"/>
                <a:ea typeface="Arial"/>
                <a:cs typeface="Arial"/>
              </a:defRPr>
            </a:lvl4pPr>
            <a:lvl5pPr>
              <a:defRPr sz="2325" b="1">
                <a:solidFill>
                  <a:srgbClr val="C5FF4A"/>
                </a:solidFill>
                <a:latin typeface="Arial"/>
                <a:ea typeface="Arial"/>
                <a:cs typeface="Arial"/>
              </a:defRPr>
            </a:lvl5pPr>
            <a:lvl6pPr>
              <a:defRPr sz="2325" b="1">
                <a:solidFill>
                  <a:srgbClr val="C5FF4A"/>
                </a:solidFill>
                <a:latin typeface="Arial"/>
                <a:ea typeface="Arial"/>
                <a:cs typeface="Arial"/>
              </a:defRPr>
            </a:lvl6pPr>
            <a:lvl7pPr>
              <a:defRPr sz="2325" b="1">
                <a:solidFill>
                  <a:srgbClr val="C5FF4A"/>
                </a:solidFill>
                <a:latin typeface="Arial"/>
                <a:ea typeface="Arial"/>
                <a:cs typeface="Arial"/>
              </a:defRPr>
            </a:lvl7pPr>
            <a:lvl8pPr>
              <a:defRPr sz="2325" b="1">
                <a:solidFill>
                  <a:srgbClr val="C5FF4A"/>
                </a:solidFill>
                <a:latin typeface="Arial"/>
                <a:ea typeface="Arial"/>
                <a:cs typeface="Arial"/>
              </a:defRPr>
            </a:lvl8pPr>
            <a:lvl9pPr>
              <a:defRPr sz="2325" b="1">
                <a:solidFill>
                  <a:srgbClr val="C5FF4A"/>
                </a:solidFill>
                <a:latin typeface="Arial"/>
                <a:ea typeface="Arial"/>
                <a:cs typeface="Arial"/>
              </a:defRPr>
            </a:lvl9pPr>
          </a:lstStyle>
          <a:p xmlns:a="http://schemas.openxmlformats.org/drawingml/2006/main">
            <a:pPr>
              <a:defRPr sz="2325" b="1">
                <a:solidFill>
                  <a:srgbClr val="C5FF4A"/>
                </a:solidFill>
                <a:latin typeface="Arial"/>
                <a:ea typeface="Arial"/>
                <a:cs typeface="Arial"/>
              </a:defRPr>
            </a:pPr>
            <a:r>
              <a:rPr sz="2325" b="1">
                <a:solidFill>
                  <a:srgbClr val="C5FF4A"/>
                </a:solidFill>
                <a:latin typeface="Arial"/>
                <a:ea typeface="Arial"/>
                <a:cs typeface="Arial"/>
              </a:rPr>
              <a:t>04   Switch offline and ask again</a:t>
            </a:r>
          </a:p>
        </p:txBody>
      </p:sp>
      <p:sp>
        <p:nvSpPr>
          <p:cNvPr id="10" name="IITG backup uses provisional times and approximate pins.">
            <a:extLst xmlns:a="http://schemas.openxmlformats.org/drawingml/2006/main">
              <a:ext uri="{FF2B5EF4-FFF2-40B4-BE49-F238E27FC236}">
                <a16:creationId xmlns:a16="http://schemas.microsoft.com/office/drawing/2014/main" id="{9008ADF9-346B-4047-9013-C41973808B55}"/>
              </a:ext>
            </a:extLst>
          </p:cNvPr>
          <p:cNvSpPr>
            <a:spLocks xmlns:a="http://schemas.openxmlformats.org/drawingml/2006/main" noGrp="1"/>
          </p:cNvSpPr>
          <p:nvPr/>
        </p:nvSpPr>
        <p:spPr>
          <a:xfrm xmlns:a="http://schemas.openxmlformats.org/drawingml/2006/main">
            <a:off x="723900" y="5734050"/>
            <a:ext cx="895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IITG backup uses provisional times and approximate pins.</a:t>
            </a:r>
          </a:p>
        </p:txBody>
      </p:sp>
    </p:spTree>
    <p:extLst>
      <p:ext uri="{BB962C8B-B14F-4D97-AF65-F5344CB8AC3E}">
        <p14:creationId xmlns:p14="http://schemas.microsoft.com/office/powerpoint/2010/main" val="471998496"/>
      </p:ext>
    </p:extLst>
  </p:cSld>
</p:sld>
</file>

<file path=ppt/slides/slide5.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17" name="CRYSTALX">
            <a:extLst xmlns:a="http://schemas.openxmlformats.org/drawingml/2006/main">
              <a:ext uri="{FF2B5EF4-FFF2-40B4-BE49-F238E27FC236}">
                <a16:creationId xmlns:a16="http://schemas.microsoft.com/office/drawing/2014/main" id="{C5AC2A27-DB3D-485D-A44D-B87B78B1F2B5}"/>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2" name="05">
            <a:extLst xmlns:a="http://schemas.openxmlformats.org/drawingml/2006/main">
              <a:ext uri="{FF2B5EF4-FFF2-40B4-BE49-F238E27FC236}">
                <a16:creationId xmlns:a16="http://schemas.microsoft.com/office/drawing/2014/main" id="{084D2E10-C297-4433-A2AF-8B12A849BE75}"/>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05</a:t>
            </a:r>
          </a:p>
        </p:txBody>
      </p:sp>
      <p:sp>
        <p:nvSpPr>
          <p:cNvPr id="3" name="Useful even when the signal drops">
            <a:extLst xmlns:a="http://schemas.openxmlformats.org/drawingml/2006/main">
              <a:ext uri="{FF2B5EF4-FFF2-40B4-BE49-F238E27FC236}">
                <a16:creationId xmlns:a16="http://schemas.microsoft.com/office/drawing/2014/main" id="{CDDB305F-BE51-4066-9B2C-6E3E46483FA3}"/>
              </a:ext>
            </a:extLst>
          </p:cNvPr>
          <p:cNvSpPr>
            <a:spLocks xmlns:a="http://schemas.openxmlformats.org/drawingml/2006/main" noGrp="1"/>
          </p:cNvSpPr>
          <p:nvPr/>
        </p:nvSpPr>
        <p:spPr>
          <a:xfrm xmlns:a="http://schemas.openxmlformats.org/drawingml/2006/main">
            <a:off x="647700" y="6286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5F7F9"/>
                </a:solidFill>
                <a:latin typeface="Arial"/>
                <a:ea typeface="Arial"/>
                <a:cs typeface="Arial"/>
              </a:defRPr>
            </a:defPPr>
            <a:lvl1pPr>
              <a:defRPr sz="4275" b="1">
                <a:solidFill>
                  <a:srgbClr val="F5F7F9"/>
                </a:solidFill>
                <a:latin typeface="Arial"/>
                <a:ea typeface="Arial"/>
                <a:cs typeface="Arial"/>
              </a:defRPr>
            </a:lvl1pPr>
            <a:lvl2pPr>
              <a:defRPr sz="4275" b="1">
                <a:solidFill>
                  <a:srgbClr val="F5F7F9"/>
                </a:solidFill>
                <a:latin typeface="Arial"/>
                <a:ea typeface="Arial"/>
                <a:cs typeface="Arial"/>
              </a:defRPr>
            </a:lvl2pPr>
            <a:lvl3pPr>
              <a:defRPr sz="4275" b="1">
                <a:solidFill>
                  <a:srgbClr val="F5F7F9"/>
                </a:solidFill>
                <a:latin typeface="Arial"/>
                <a:ea typeface="Arial"/>
                <a:cs typeface="Arial"/>
              </a:defRPr>
            </a:lvl3pPr>
            <a:lvl4pPr>
              <a:defRPr sz="4275" b="1">
                <a:solidFill>
                  <a:srgbClr val="F5F7F9"/>
                </a:solidFill>
                <a:latin typeface="Arial"/>
                <a:ea typeface="Arial"/>
                <a:cs typeface="Arial"/>
              </a:defRPr>
            </a:lvl4pPr>
            <a:lvl5pPr>
              <a:defRPr sz="4275" b="1">
                <a:solidFill>
                  <a:srgbClr val="F5F7F9"/>
                </a:solidFill>
                <a:latin typeface="Arial"/>
                <a:ea typeface="Arial"/>
                <a:cs typeface="Arial"/>
              </a:defRPr>
            </a:lvl5pPr>
            <a:lvl6pPr>
              <a:defRPr sz="4275" b="1">
                <a:solidFill>
                  <a:srgbClr val="F5F7F9"/>
                </a:solidFill>
                <a:latin typeface="Arial"/>
                <a:ea typeface="Arial"/>
                <a:cs typeface="Arial"/>
              </a:defRPr>
            </a:lvl6pPr>
            <a:lvl7pPr>
              <a:defRPr sz="4275" b="1">
                <a:solidFill>
                  <a:srgbClr val="F5F7F9"/>
                </a:solidFill>
                <a:latin typeface="Arial"/>
                <a:ea typeface="Arial"/>
                <a:cs typeface="Arial"/>
              </a:defRPr>
            </a:lvl7pPr>
            <a:lvl8pPr>
              <a:defRPr sz="4275" b="1">
                <a:solidFill>
                  <a:srgbClr val="F5F7F9"/>
                </a:solidFill>
                <a:latin typeface="Arial"/>
                <a:ea typeface="Arial"/>
                <a:cs typeface="Arial"/>
              </a:defRPr>
            </a:lvl8pPr>
            <a:lvl9pPr>
              <a:defRPr sz="4275" b="1">
                <a:solidFill>
                  <a:srgbClr val="F5F7F9"/>
                </a:solidFill>
                <a:latin typeface="Arial"/>
                <a:ea typeface="Arial"/>
                <a:cs typeface="Arial"/>
              </a:defRPr>
            </a:lvl9pPr>
          </a:lstStyle>
          <a:p xmlns:a="http://schemas.openxmlformats.org/drawingml/2006/main">
            <a:pPr>
              <a:defRPr sz="4275" b="1">
                <a:solidFill>
                  <a:srgbClr val="F5F7F9"/>
                </a:solidFill>
                <a:latin typeface="Arial"/>
                <a:ea typeface="Arial"/>
                <a:cs typeface="Arial"/>
              </a:defRPr>
            </a:pPr>
            <a:r>
              <a:rPr sz="4275" b="1">
                <a:solidFill>
                  <a:srgbClr val="F5F7F9"/>
                </a:solidFill>
                <a:latin typeface="Arial"/>
                <a:ea typeface="Arial"/>
                <a:cs typeface="Arial"/>
              </a:rPr>
              <a:t>Useful even when the signal drops</a:t>
            </a:r>
          </a:p>
        </p:txBody>
      </p:sp>
      <p:sp>
        <p:nvSpPr>
          <p:cNvPr id="4" name="01">
            <a:extLst xmlns:a="http://schemas.openxmlformats.org/drawingml/2006/main">
              <a:ext uri="{FF2B5EF4-FFF2-40B4-BE49-F238E27FC236}">
                <a16:creationId xmlns:a16="http://schemas.microsoft.com/office/drawing/2014/main" id="{3B2E4224-EE69-4428-B43D-49067B493DDD}"/>
              </a:ext>
            </a:extLst>
          </p:cNvPr>
          <p:cNvSpPr>
            <a:spLocks xmlns:a="http://schemas.openxmlformats.org/drawingml/2006/main" noGrp="1"/>
          </p:cNvSpPr>
          <p:nvPr/>
        </p:nvSpPr>
        <p:spPr>
          <a:xfrm xmlns:a="http://schemas.openxmlformats.org/drawingml/2006/main">
            <a:off x="704850"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C5FF4A"/>
                </a:solidFill>
                <a:latin typeface="Arial"/>
                <a:ea typeface="Arial"/>
                <a:cs typeface="Arial"/>
              </a:defRPr>
            </a:defPPr>
            <a:lvl1pPr>
              <a:defRPr sz="4200" b="1">
                <a:solidFill>
                  <a:srgbClr val="C5FF4A"/>
                </a:solidFill>
                <a:latin typeface="Arial"/>
                <a:ea typeface="Arial"/>
                <a:cs typeface="Arial"/>
              </a:defRPr>
            </a:lvl1pPr>
            <a:lvl2pPr>
              <a:defRPr sz="4200" b="1">
                <a:solidFill>
                  <a:srgbClr val="C5FF4A"/>
                </a:solidFill>
                <a:latin typeface="Arial"/>
                <a:ea typeface="Arial"/>
                <a:cs typeface="Arial"/>
              </a:defRPr>
            </a:lvl2pPr>
            <a:lvl3pPr>
              <a:defRPr sz="4200" b="1">
                <a:solidFill>
                  <a:srgbClr val="C5FF4A"/>
                </a:solidFill>
                <a:latin typeface="Arial"/>
                <a:ea typeface="Arial"/>
                <a:cs typeface="Arial"/>
              </a:defRPr>
            </a:lvl3pPr>
            <a:lvl4pPr>
              <a:defRPr sz="4200" b="1">
                <a:solidFill>
                  <a:srgbClr val="C5FF4A"/>
                </a:solidFill>
                <a:latin typeface="Arial"/>
                <a:ea typeface="Arial"/>
                <a:cs typeface="Arial"/>
              </a:defRPr>
            </a:lvl4pPr>
            <a:lvl5pPr>
              <a:defRPr sz="4200" b="1">
                <a:solidFill>
                  <a:srgbClr val="C5FF4A"/>
                </a:solidFill>
                <a:latin typeface="Arial"/>
                <a:ea typeface="Arial"/>
                <a:cs typeface="Arial"/>
              </a:defRPr>
            </a:lvl5pPr>
            <a:lvl6pPr>
              <a:defRPr sz="4200" b="1">
                <a:solidFill>
                  <a:srgbClr val="C5FF4A"/>
                </a:solidFill>
                <a:latin typeface="Arial"/>
                <a:ea typeface="Arial"/>
                <a:cs typeface="Arial"/>
              </a:defRPr>
            </a:lvl6pPr>
            <a:lvl7pPr>
              <a:defRPr sz="4200" b="1">
                <a:solidFill>
                  <a:srgbClr val="C5FF4A"/>
                </a:solidFill>
                <a:latin typeface="Arial"/>
                <a:ea typeface="Arial"/>
                <a:cs typeface="Arial"/>
              </a:defRPr>
            </a:lvl7pPr>
            <a:lvl8pPr>
              <a:defRPr sz="4200" b="1">
                <a:solidFill>
                  <a:srgbClr val="C5FF4A"/>
                </a:solidFill>
                <a:latin typeface="Arial"/>
                <a:ea typeface="Arial"/>
                <a:cs typeface="Arial"/>
              </a:defRPr>
            </a:lvl8pPr>
            <a:lvl9pPr>
              <a:defRPr sz="4200" b="1">
                <a:solidFill>
                  <a:srgbClr val="C5FF4A"/>
                </a:solidFill>
                <a:latin typeface="Arial"/>
                <a:ea typeface="Arial"/>
                <a:cs typeface="Arial"/>
              </a:defRPr>
            </a:lvl9pPr>
          </a:lstStyle>
          <a:p xmlns:a="http://schemas.openxmlformats.org/drawingml/2006/main">
            <a:pPr>
              <a:defRPr sz="4200" b="1">
                <a:solidFill>
                  <a:srgbClr val="C5FF4A"/>
                </a:solidFill>
                <a:latin typeface="Arial"/>
                <a:ea typeface="Arial"/>
                <a:cs typeface="Arial"/>
              </a:defRPr>
            </a:pPr>
            <a:r>
              <a:rPr sz="4200" b="1">
                <a:solidFill>
                  <a:srgbClr val="C5FF4A"/>
                </a:solidFill>
                <a:latin typeface="Arial"/>
                <a:ea typeface="Arial"/>
                <a:cs typeface="Arial"/>
              </a:rPr>
              <a:t>01</a:t>
            </a:r>
          </a:p>
        </p:txBody>
      </p:sp>
      <p:sp>
        <p:nvSpPr>
          <p:cNvPr id="5" name="02">
            <a:extLst xmlns:a="http://schemas.openxmlformats.org/drawingml/2006/main">
              <a:ext uri="{FF2B5EF4-FFF2-40B4-BE49-F238E27FC236}">
                <a16:creationId xmlns:a16="http://schemas.microsoft.com/office/drawing/2014/main" id="{1E1CD233-614A-479C-AA1F-0746C8B8209C}"/>
              </a:ext>
            </a:extLst>
          </p:cNvPr>
          <p:cNvSpPr>
            <a:spLocks xmlns:a="http://schemas.openxmlformats.org/drawingml/2006/main" noGrp="1"/>
          </p:cNvSpPr>
          <p:nvPr/>
        </p:nvSpPr>
        <p:spPr>
          <a:xfrm xmlns:a="http://schemas.openxmlformats.org/drawingml/2006/main">
            <a:off x="4629150"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F6454"/>
                </a:solidFill>
                <a:latin typeface="Arial"/>
                <a:ea typeface="Arial"/>
                <a:cs typeface="Arial"/>
              </a:defRPr>
            </a:defPPr>
            <a:lvl1pPr>
              <a:defRPr sz="4200" b="1">
                <a:solidFill>
                  <a:srgbClr val="FF6454"/>
                </a:solidFill>
                <a:latin typeface="Arial"/>
                <a:ea typeface="Arial"/>
                <a:cs typeface="Arial"/>
              </a:defRPr>
            </a:lvl1pPr>
            <a:lvl2pPr>
              <a:defRPr sz="4200" b="1">
                <a:solidFill>
                  <a:srgbClr val="FF6454"/>
                </a:solidFill>
                <a:latin typeface="Arial"/>
                <a:ea typeface="Arial"/>
                <a:cs typeface="Arial"/>
              </a:defRPr>
            </a:lvl2pPr>
            <a:lvl3pPr>
              <a:defRPr sz="4200" b="1">
                <a:solidFill>
                  <a:srgbClr val="FF6454"/>
                </a:solidFill>
                <a:latin typeface="Arial"/>
                <a:ea typeface="Arial"/>
                <a:cs typeface="Arial"/>
              </a:defRPr>
            </a:lvl3pPr>
            <a:lvl4pPr>
              <a:defRPr sz="4200" b="1">
                <a:solidFill>
                  <a:srgbClr val="FF6454"/>
                </a:solidFill>
                <a:latin typeface="Arial"/>
                <a:ea typeface="Arial"/>
                <a:cs typeface="Arial"/>
              </a:defRPr>
            </a:lvl4pPr>
            <a:lvl5pPr>
              <a:defRPr sz="4200" b="1">
                <a:solidFill>
                  <a:srgbClr val="FF6454"/>
                </a:solidFill>
                <a:latin typeface="Arial"/>
                <a:ea typeface="Arial"/>
                <a:cs typeface="Arial"/>
              </a:defRPr>
            </a:lvl5pPr>
            <a:lvl6pPr>
              <a:defRPr sz="4200" b="1">
                <a:solidFill>
                  <a:srgbClr val="FF6454"/>
                </a:solidFill>
                <a:latin typeface="Arial"/>
                <a:ea typeface="Arial"/>
                <a:cs typeface="Arial"/>
              </a:defRPr>
            </a:lvl6pPr>
            <a:lvl7pPr>
              <a:defRPr sz="4200" b="1">
                <a:solidFill>
                  <a:srgbClr val="FF6454"/>
                </a:solidFill>
                <a:latin typeface="Arial"/>
                <a:ea typeface="Arial"/>
                <a:cs typeface="Arial"/>
              </a:defRPr>
            </a:lvl7pPr>
            <a:lvl8pPr>
              <a:defRPr sz="4200" b="1">
                <a:solidFill>
                  <a:srgbClr val="FF6454"/>
                </a:solidFill>
                <a:latin typeface="Arial"/>
                <a:ea typeface="Arial"/>
                <a:cs typeface="Arial"/>
              </a:defRPr>
            </a:lvl8pPr>
            <a:lvl9pPr>
              <a:defRPr sz="4200" b="1">
                <a:solidFill>
                  <a:srgbClr val="FF6454"/>
                </a:solidFill>
                <a:latin typeface="Arial"/>
                <a:ea typeface="Arial"/>
                <a:cs typeface="Arial"/>
              </a:defRPr>
            </a:lvl9pPr>
          </a:lstStyle>
          <a:p xmlns:a="http://schemas.openxmlformats.org/drawingml/2006/main">
            <a:pPr>
              <a:defRPr sz="4200" b="1">
                <a:solidFill>
                  <a:srgbClr val="FF6454"/>
                </a:solidFill>
                <a:latin typeface="Arial"/>
                <a:ea typeface="Arial"/>
                <a:cs typeface="Arial"/>
              </a:defRPr>
            </a:pPr>
            <a:r>
              <a:rPr sz="4200" b="1">
                <a:solidFill>
                  <a:srgbClr val="FF6454"/>
                </a:solidFill>
                <a:latin typeface="Arial"/>
                <a:ea typeface="Arial"/>
                <a:cs typeface="Arial"/>
              </a:rPr>
              <a:t>02</a:t>
            </a:r>
          </a:p>
        </p:txBody>
      </p:sp>
      <p:sp>
        <p:nvSpPr>
          <p:cNvPr id="6" name="03">
            <a:extLst xmlns:a="http://schemas.openxmlformats.org/drawingml/2006/main">
              <a:ext uri="{FF2B5EF4-FFF2-40B4-BE49-F238E27FC236}">
                <a16:creationId xmlns:a16="http://schemas.microsoft.com/office/drawing/2014/main" id="{2D100BF6-1C63-4625-8A08-2F45FFAA88C5}"/>
              </a:ext>
            </a:extLst>
          </p:cNvPr>
          <p:cNvSpPr>
            <a:spLocks xmlns:a="http://schemas.openxmlformats.org/drawingml/2006/main" noGrp="1"/>
          </p:cNvSpPr>
          <p:nvPr/>
        </p:nvSpPr>
        <p:spPr>
          <a:xfrm xmlns:a="http://schemas.openxmlformats.org/drawingml/2006/main">
            <a:off x="8524875"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C5FF4A"/>
                </a:solidFill>
                <a:latin typeface="Arial"/>
                <a:ea typeface="Arial"/>
                <a:cs typeface="Arial"/>
              </a:defRPr>
            </a:defPPr>
            <a:lvl1pPr>
              <a:defRPr sz="4200" b="1">
                <a:solidFill>
                  <a:srgbClr val="C5FF4A"/>
                </a:solidFill>
                <a:latin typeface="Arial"/>
                <a:ea typeface="Arial"/>
                <a:cs typeface="Arial"/>
              </a:defRPr>
            </a:lvl1pPr>
            <a:lvl2pPr>
              <a:defRPr sz="4200" b="1">
                <a:solidFill>
                  <a:srgbClr val="C5FF4A"/>
                </a:solidFill>
                <a:latin typeface="Arial"/>
                <a:ea typeface="Arial"/>
                <a:cs typeface="Arial"/>
              </a:defRPr>
            </a:lvl2pPr>
            <a:lvl3pPr>
              <a:defRPr sz="4200" b="1">
                <a:solidFill>
                  <a:srgbClr val="C5FF4A"/>
                </a:solidFill>
                <a:latin typeface="Arial"/>
                <a:ea typeface="Arial"/>
                <a:cs typeface="Arial"/>
              </a:defRPr>
            </a:lvl3pPr>
            <a:lvl4pPr>
              <a:defRPr sz="4200" b="1">
                <a:solidFill>
                  <a:srgbClr val="C5FF4A"/>
                </a:solidFill>
                <a:latin typeface="Arial"/>
                <a:ea typeface="Arial"/>
                <a:cs typeface="Arial"/>
              </a:defRPr>
            </a:lvl4pPr>
            <a:lvl5pPr>
              <a:defRPr sz="4200" b="1">
                <a:solidFill>
                  <a:srgbClr val="C5FF4A"/>
                </a:solidFill>
                <a:latin typeface="Arial"/>
                <a:ea typeface="Arial"/>
                <a:cs typeface="Arial"/>
              </a:defRPr>
            </a:lvl5pPr>
            <a:lvl6pPr>
              <a:defRPr sz="4200" b="1">
                <a:solidFill>
                  <a:srgbClr val="C5FF4A"/>
                </a:solidFill>
                <a:latin typeface="Arial"/>
                <a:ea typeface="Arial"/>
                <a:cs typeface="Arial"/>
              </a:defRPr>
            </a:lvl6pPr>
            <a:lvl7pPr>
              <a:defRPr sz="4200" b="1">
                <a:solidFill>
                  <a:srgbClr val="C5FF4A"/>
                </a:solidFill>
                <a:latin typeface="Arial"/>
                <a:ea typeface="Arial"/>
                <a:cs typeface="Arial"/>
              </a:defRPr>
            </a:lvl7pPr>
            <a:lvl8pPr>
              <a:defRPr sz="4200" b="1">
                <a:solidFill>
                  <a:srgbClr val="C5FF4A"/>
                </a:solidFill>
                <a:latin typeface="Arial"/>
                <a:ea typeface="Arial"/>
                <a:cs typeface="Arial"/>
              </a:defRPr>
            </a:lvl8pPr>
            <a:lvl9pPr>
              <a:defRPr sz="4200" b="1">
                <a:solidFill>
                  <a:srgbClr val="C5FF4A"/>
                </a:solidFill>
                <a:latin typeface="Arial"/>
                <a:ea typeface="Arial"/>
                <a:cs typeface="Arial"/>
              </a:defRPr>
            </a:lvl9pPr>
          </a:lstStyle>
          <a:p xmlns:a="http://schemas.openxmlformats.org/drawingml/2006/main">
            <a:pPr>
              <a:defRPr sz="4200" b="1">
                <a:solidFill>
                  <a:srgbClr val="C5FF4A"/>
                </a:solidFill>
                <a:latin typeface="Arial"/>
                <a:ea typeface="Arial"/>
                <a:cs typeface="Arial"/>
              </a:defRPr>
            </a:pPr>
            <a:r>
              <a:rPr sz="4200" b="1">
                <a:solidFill>
                  <a:srgbClr val="C5FF4A"/>
                </a:solidFill>
                <a:latin typeface="Arial"/>
                <a:ea typeface="Arial"/>
                <a:cs typeface="Arial"/>
              </a:rPr>
              <a:t>03</a:t>
            </a:r>
          </a:p>
        </p:txBody>
      </p:sp>
      <p:sp>
        <p:nvSpPr>
          <p:cNvPr id="7" name="Instant">
            <a:extLst xmlns:a="http://schemas.openxmlformats.org/drawingml/2006/main">
              <a:ext uri="{FF2B5EF4-FFF2-40B4-BE49-F238E27FC236}">
                <a16:creationId xmlns:a16="http://schemas.microsoft.com/office/drawing/2014/main" id="{6DFAEA6C-8F8E-4D34-9603-FAF9D6B1B0AF}"/>
              </a:ext>
            </a:extLst>
          </p:cNvPr>
          <p:cNvSpPr>
            <a:spLocks xmlns:a="http://schemas.openxmlformats.org/drawingml/2006/main" noGrp="1"/>
          </p:cNvSpPr>
          <p:nvPr/>
        </p:nvSpPr>
        <p:spPr>
          <a:xfrm xmlns:a="http://schemas.openxmlformats.org/drawingml/2006/main">
            <a:off x="704850" y="28003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Instant</a:t>
            </a:r>
          </a:p>
        </p:txBody>
      </p:sp>
      <p:sp>
        <p:nvSpPr>
          <p:cNvPr id="8" name="Saved timetable&#10;and campus commands">
            <a:extLst xmlns:a="http://schemas.openxmlformats.org/drawingml/2006/main">
              <a:ext uri="{FF2B5EF4-FFF2-40B4-BE49-F238E27FC236}">
                <a16:creationId xmlns:a16="http://schemas.microsoft.com/office/drawing/2014/main" id="{90977804-78C1-4FE9-8200-69CD6ED8A622}"/>
              </a:ext>
            </a:extLst>
          </p:cNvPr>
          <p:cNvSpPr>
            <a:spLocks xmlns:a="http://schemas.openxmlformats.org/drawingml/2006/main" noGrp="1"/>
          </p:cNvSpPr>
          <p:nvPr/>
        </p:nvSpPr>
        <p:spPr>
          <a:xfrm xmlns:a="http://schemas.openxmlformats.org/drawingml/2006/main">
            <a:off x="704850" y="34194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Saved timetable</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and campus commands</a:t>
            </a:r>
          </a:p>
        </p:txBody>
      </p:sp>
      <p:sp>
        <p:nvSpPr>
          <p:cNvPr id="9" name="Online">
            <a:extLst xmlns:a="http://schemas.openxmlformats.org/drawingml/2006/main">
              <a:ext uri="{FF2B5EF4-FFF2-40B4-BE49-F238E27FC236}">
                <a16:creationId xmlns:a16="http://schemas.microsoft.com/office/drawing/2014/main" id="{571F43E9-4623-4B47-8C28-EE0D28EB551B}"/>
              </a:ext>
            </a:extLst>
          </p:cNvPr>
          <p:cNvSpPr>
            <a:spLocks xmlns:a="http://schemas.openxmlformats.org/drawingml/2006/main" noGrp="1"/>
          </p:cNvSpPr>
          <p:nvPr/>
        </p:nvSpPr>
        <p:spPr>
          <a:xfrm xmlns:a="http://schemas.openxmlformats.org/drawingml/2006/main">
            <a:off x="4629150" y="28003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Online</a:t>
            </a:r>
          </a:p>
        </p:txBody>
      </p:sp>
      <p:sp>
        <p:nvSpPr>
          <p:cNvPr id="10" name="Gemini for&#10;general questions">
            <a:extLst xmlns:a="http://schemas.openxmlformats.org/drawingml/2006/main">
              <a:ext uri="{FF2B5EF4-FFF2-40B4-BE49-F238E27FC236}">
                <a16:creationId xmlns:a16="http://schemas.microsoft.com/office/drawing/2014/main" id="{88F35E90-D5BC-4F63-B191-14D306504921}"/>
              </a:ext>
            </a:extLst>
          </p:cNvPr>
          <p:cNvSpPr>
            <a:spLocks xmlns:a="http://schemas.openxmlformats.org/drawingml/2006/main" noGrp="1"/>
          </p:cNvSpPr>
          <p:nvPr/>
        </p:nvSpPr>
        <p:spPr>
          <a:xfrm xmlns:a="http://schemas.openxmlformats.org/drawingml/2006/main">
            <a:off x="4629150" y="34194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Gemini for</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general questions</a:t>
            </a:r>
          </a:p>
        </p:txBody>
      </p:sp>
      <p:sp>
        <p:nvSpPr>
          <p:cNvPr id="11" name="Offline">
            <a:extLst xmlns:a="http://schemas.openxmlformats.org/drawingml/2006/main">
              <a:ext uri="{FF2B5EF4-FFF2-40B4-BE49-F238E27FC236}">
                <a16:creationId xmlns:a16="http://schemas.microsoft.com/office/drawing/2014/main" id="{D92180D1-FE2F-4FB7-90AD-54B03A47DB67}"/>
              </a:ext>
            </a:extLst>
          </p:cNvPr>
          <p:cNvSpPr>
            <a:spLocks xmlns:a="http://schemas.openxmlformats.org/drawingml/2006/main" noGrp="1"/>
          </p:cNvSpPr>
          <p:nvPr/>
        </p:nvSpPr>
        <p:spPr>
          <a:xfrm xmlns:a="http://schemas.openxmlformats.org/drawingml/2006/main">
            <a:off x="8524875" y="28003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Offline</a:t>
            </a:r>
          </a:p>
        </p:txBody>
      </p:sp>
      <p:sp>
        <p:nvSpPr>
          <p:cNvPr id="12" name="Qwen2.5-0.5B&#10;on the phone">
            <a:extLst xmlns:a="http://schemas.openxmlformats.org/drawingml/2006/main">
              <a:ext uri="{FF2B5EF4-FFF2-40B4-BE49-F238E27FC236}">
                <a16:creationId xmlns:a16="http://schemas.microsoft.com/office/drawing/2014/main" id="{5E5C8A46-6681-468C-83B2-C2080C81240E}"/>
              </a:ext>
            </a:extLst>
          </p:cNvPr>
          <p:cNvSpPr>
            <a:spLocks xmlns:a="http://schemas.openxmlformats.org/drawingml/2006/main" noGrp="1"/>
          </p:cNvSpPr>
          <p:nvPr/>
        </p:nvSpPr>
        <p:spPr>
          <a:xfrm xmlns:a="http://schemas.openxmlformats.org/drawingml/2006/main">
            <a:off x="8524875" y="34194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Qwen2.5-0.5B</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on the phone</a:t>
            </a:r>
          </a:p>
        </p:txBody>
      </p:sp>
      <p:sp>
        <p:nvSpPr>
          <p:cNvPr id="13" name="Live memory monitor">
            <a:extLst xmlns:a="http://schemas.openxmlformats.org/drawingml/2006/main">
              <a:ext uri="{FF2B5EF4-FFF2-40B4-BE49-F238E27FC236}">
                <a16:creationId xmlns:a16="http://schemas.microsoft.com/office/drawing/2014/main" id="{836EA9BF-43E4-42FF-98D6-C37F7C6F768D}"/>
              </a:ext>
            </a:extLst>
          </p:cNvPr>
          <p:cNvSpPr>
            <a:spLocks xmlns:a="http://schemas.openxmlformats.org/drawingml/2006/main" noGrp="1"/>
          </p:cNvSpPr>
          <p:nvPr/>
        </p:nvSpPr>
        <p:spPr>
          <a:xfrm xmlns:a="http://schemas.openxmlformats.org/drawingml/2006/main">
            <a:off x="704850" y="50196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5FF4A"/>
                </a:solidFill>
                <a:latin typeface="Arial"/>
                <a:ea typeface="Arial"/>
                <a:cs typeface="Arial"/>
              </a:defRPr>
            </a:defPPr>
            <a:lvl1pPr>
              <a:defRPr sz="2025" b="1">
                <a:solidFill>
                  <a:srgbClr val="C5FF4A"/>
                </a:solidFill>
                <a:latin typeface="Arial"/>
                <a:ea typeface="Arial"/>
                <a:cs typeface="Arial"/>
              </a:defRPr>
            </a:lvl1pPr>
            <a:lvl2pPr>
              <a:defRPr sz="2025" b="1">
                <a:solidFill>
                  <a:srgbClr val="C5FF4A"/>
                </a:solidFill>
                <a:latin typeface="Arial"/>
                <a:ea typeface="Arial"/>
                <a:cs typeface="Arial"/>
              </a:defRPr>
            </a:lvl2pPr>
            <a:lvl3pPr>
              <a:defRPr sz="2025" b="1">
                <a:solidFill>
                  <a:srgbClr val="C5FF4A"/>
                </a:solidFill>
                <a:latin typeface="Arial"/>
                <a:ea typeface="Arial"/>
                <a:cs typeface="Arial"/>
              </a:defRPr>
            </a:lvl3pPr>
            <a:lvl4pPr>
              <a:defRPr sz="2025" b="1">
                <a:solidFill>
                  <a:srgbClr val="C5FF4A"/>
                </a:solidFill>
                <a:latin typeface="Arial"/>
                <a:ea typeface="Arial"/>
                <a:cs typeface="Arial"/>
              </a:defRPr>
            </a:lvl4pPr>
            <a:lvl5pPr>
              <a:defRPr sz="2025" b="1">
                <a:solidFill>
                  <a:srgbClr val="C5FF4A"/>
                </a:solidFill>
                <a:latin typeface="Arial"/>
                <a:ea typeface="Arial"/>
                <a:cs typeface="Arial"/>
              </a:defRPr>
            </a:lvl5pPr>
            <a:lvl6pPr>
              <a:defRPr sz="2025" b="1">
                <a:solidFill>
                  <a:srgbClr val="C5FF4A"/>
                </a:solidFill>
                <a:latin typeface="Arial"/>
                <a:ea typeface="Arial"/>
                <a:cs typeface="Arial"/>
              </a:defRPr>
            </a:lvl6pPr>
            <a:lvl7pPr>
              <a:defRPr sz="2025" b="1">
                <a:solidFill>
                  <a:srgbClr val="C5FF4A"/>
                </a:solidFill>
                <a:latin typeface="Arial"/>
                <a:ea typeface="Arial"/>
                <a:cs typeface="Arial"/>
              </a:defRPr>
            </a:lvl7pPr>
            <a:lvl8pPr>
              <a:defRPr sz="2025" b="1">
                <a:solidFill>
                  <a:srgbClr val="C5FF4A"/>
                </a:solidFill>
                <a:latin typeface="Arial"/>
                <a:ea typeface="Arial"/>
                <a:cs typeface="Arial"/>
              </a:defRPr>
            </a:lvl8pPr>
            <a:lvl9pPr>
              <a:defRPr sz="2025" b="1">
                <a:solidFill>
                  <a:srgbClr val="C5FF4A"/>
                </a:solidFill>
                <a:latin typeface="Arial"/>
                <a:ea typeface="Arial"/>
                <a:cs typeface="Arial"/>
              </a:defRPr>
            </a:lvl9pPr>
          </a:lstStyle>
          <a:p xmlns:a="http://schemas.openxmlformats.org/drawingml/2006/main">
            <a:pPr>
              <a:defRPr sz="2025" b="1">
                <a:solidFill>
                  <a:srgbClr val="C5FF4A"/>
                </a:solidFill>
                <a:latin typeface="Arial"/>
                <a:ea typeface="Arial"/>
                <a:cs typeface="Arial"/>
              </a:defRPr>
            </a:pPr>
            <a:r>
              <a:rPr sz="2025" b="1">
                <a:solidFill>
                  <a:srgbClr val="C5FF4A"/>
                </a:solidFill>
                <a:latin typeface="Arial"/>
                <a:ea typeface="Arial"/>
                <a:cs typeface="Arial"/>
              </a:rPr>
              <a:t>Live memory monitor</a:t>
            </a:r>
          </a:p>
        </p:txBody>
      </p:sp>
      <p:sp>
        <p:nvSpPr>
          <p:cNvPr id="14" name="1024 MiB runtime budget">
            <a:extLst xmlns:a="http://schemas.openxmlformats.org/drawingml/2006/main">
              <a:ext uri="{FF2B5EF4-FFF2-40B4-BE49-F238E27FC236}">
                <a16:creationId xmlns:a16="http://schemas.microsoft.com/office/drawing/2014/main" id="{3867BCD6-F4F0-4120-85E1-89E5F49B13F8}"/>
              </a:ext>
            </a:extLst>
          </p:cNvPr>
          <p:cNvSpPr>
            <a:spLocks xmlns:a="http://schemas.openxmlformats.org/drawingml/2006/main" noGrp="1"/>
          </p:cNvSpPr>
          <p:nvPr/>
        </p:nvSpPr>
        <p:spPr>
          <a:xfrm xmlns:a="http://schemas.openxmlformats.org/drawingml/2006/main">
            <a:off x="704850" y="54673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9B2BE"/>
                </a:solidFill>
                <a:latin typeface="Arial"/>
                <a:ea typeface="Arial"/>
                <a:cs typeface="Arial"/>
              </a:defRPr>
            </a:defPPr>
            <a:lvl1pPr>
              <a:defRPr sz="1800" b="0">
                <a:solidFill>
                  <a:srgbClr val="A9B2BE"/>
                </a:solidFill>
                <a:latin typeface="Arial"/>
                <a:ea typeface="Arial"/>
                <a:cs typeface="Arial"/>
              </a:defRPr>
            </a:lvl1pPr>
            <a:lvl2pPr>
              <a:defRPr sz="1800" b="0">
                <a:solidFill>
                  <a:srgbClr val="A9B2BE"/>
                </a:solidFill>
                <a:latin typeface="Arial"/>
                <a:ea typeface="Arial"/>
                <a:cs typeface="Arial"/>
              </a:defRPr>
            </a:lvl2pPr>
            <a:lvl3pPr>
              <a:defRPr sz="1800" b="0">
                <a:solidFill>
                  <a:srgbClr val="A9B2BE"/>
                </a:solidFill>
                <a:latin typeface="Arial"/>
                <a:ea typeface="Arial"/>
                <a:cs typeface="Arial"/>
              </a:defRPr>
            </a:lvl3pPr>
            <a:lvl4pPr>
              <a:defRPr sz="1800" b="0">
                <a:solidFill>
                  <a:srgbClr val="A9B2BE"/>
                </a:solidFill>
                <a:latin typeface="Arial"/>
                <a:ea typeface="Arial"/>
                <a:cs typeface="Arial"/>
              </a:defRPr>
            </a:lvl4pPr>
            <a:lvl5pPr>
              <a:defRPr sz="1800" b="0">
                <a:solidFill>
                  <a:srgbClr val="A9B2BE"/>
                </a:solidFill>
                <a:latin typeface="Arial"/>
                <a:ea typeface="Arial"/>
                <a:cs typeface="Arial"/>
              </a:defRPr>
            </a:lvl5pPr>
            <a:lvl6pPr>
              <a:defRPr sz="1800" b="0">
                <a:solidFill>
                  <a:srgbClr val="A9B2BE"/>
                </a:solidFill>
                <a:latin typeface="Arial"/>
                <a:ea typeface="Arial"/>
                <a:cs typeface="Arial"/>
              </a:defRPr>
            </a:lvl6pPr>
            <a:lvl7pPr>
              <a:defRPr sz="1800" b="0">
                <a:solidFill>
                  <a:srgbClr val="A9B2BE"/>
                </a:solidFill>
                <a:latin typeface="Arial"/>
                <a:ea typeface="Arial"/>
                <a:cs typeface="Arial"/>
              </a:defRPr>
            </a:lvl7pPr>
            <a:lvl8pPr>
              <a:defRPr sz="1800" b="0">
                <a:solidFill>
                  <a:srgbClr val="A9B2BE"/>
                </a:solidFill>
                <a:latin typeface="Arial"/>
                <a:ea typeface="Arial"/>
                <a:cs typeface="Arial"/>
              </a:defRPr>
            </a:lvl8pPr>
            <a:lvl9pPr>
              <a:defRPr sz="1800" b="0">
                <a:solidFill>
                  <a:srgbClr val="A9B2BE"/>
                </a:solidFill>
                <a:latin typeface="Arial"/>
                <a:ea typeface="Arial"/>
                <a:cs typeface="Arial"/>
              </a:defRPr>
            </a:lvl9pPr>
          </a:lstStyle>
          <a:p xmlns:a="http://schemas.openxmlformats.org/drawingml/2006/main">
            <a:pPr>
              <a:defRPr sz="1800" b="0">
                <a:solidFill>
                  <a:srgbClr val="A9B2BE"/>
                </a:solidFill>
                <a:latin typeface="Arial"/>
                <a:ea typeface="Arial"/>
                <a:cs typeface="Arial"/>
              </a:defRPr>
            </a:pPr>
            <a:r>
              <a:rPr sz="1800" b="0">
                <a:solidFill>
                  <a:srgbClr val="A9B2BE"/>
                </a:solidFill>
                <a:latin typeface="Arial"/>
                <a:ea typeface="Arial"/>
                <a:cs typeface="Arial"/>
              </a:rPr>
              <a:t>1024 MiB runtime budget</a:t>
            </a:r>
          </a:p>
        </p:txBody>
      </p:sp>
      <p:sp>
        <p:nvSpPr>
          <p:cNvPr id="15" name="Chat stays across tabs">
            <a:extLst xmlns:a="http://schemas.openxmlformats.org/drawingml/2006/main">
              <a:ext uri="{FF2B5EF4-FFF2-40B4-BE49-F238E27FC236}">
                <a16:creationId xmlns:a16="http://schemas.microsoft.com/office/drawing/2014/main" id="{716F9592-B182-4120-95D6-A45F4315978E}"/>
              </a:ext>
            </a:extLst>
          </p:cNvPr>
          <p:cNvSpPr>
            <a:spLocks xmlns:a="http://schemas.openxmlformats.org/drawingml/2006/main" noGrp="1"/>
          </p:cNvSpPr>
          <p:nvPr/>
        </p:nvSpPr>
        <p:spPr>
          <a:xfrm xmlns:a="http://schemas.openxmlformats.org/drawingml/2006/main">
            <a:off x="6724650" y="50196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6454"/>
                </a:solidFill>
                <a:latin typeface="Arial"/>
                <a:ea typeface="Arial"/>
                <a:cs typeface="Arial"/>
              </a:defRPr>
            </a:defPPr>
            <a:lvl1pPr>
              <a:defRPr sz="2025" b="1">
                <a:solidFill>
                  <a:srgbClr val="FF6454"/>
                </a:solidFill>
                <a:latin typeface="Arial"/>
                <a:ea typeface="Arial"/>
                <a:cs typeface="Arial"/>
              </a:defRPr>
            </a:lvl1pPr>
            <a:lvl2pPr>
              <a:defRPr sz="2025" b="1">
                <a:solidFill>
                  <a:srgbClr val="FF6454"/>
                </a:solidFill>
                <a:latin typeface="Arial"/>
                <a:ea typeface="Arial"/>
                <a:cs typeface="Arial"/>
              </a:defRPr>
            </a:lvl2pPr>
            <a:lvl3pPr>
              <a:defRPr sz="2025" b="1">
                <a:solidFill>
                  <a:srgbClr val="FF6454"/>
                </a:solidFill>
                <a:latin typeface="Arial"/>
                <a:ea typeface="Arial"/>
                <a:cs typeface="Arial"/>
              </a:defRPr>
            </a:lvl3pPr>
            <a:lvl4pPr>
              <a:defRPr sz="2025" b="1">
                <a:solidFill>
                  <a:srgbClr val="FF6454"/>
                </a:solidFill>
                <a:latin typeface="Arial"/>
                <a:ea typeface="Arial"/>
                <a:cs typeface="Arial"/>
              </a:defRPr>
            </a:lvl4pPr>
            <a:lvl5pPr>
              <a:defRPr sz="2025" b="1">
                <a:solidFill>
                  <a:srgbClr val="FF6454"/>
                </a:solidFill>
                <a:latin typeface="Arial"/>
                <a:ea typeface="Arial"/>
                <a:cs typeface="Arial"/>
              </a:defRPr>
            </a:lvl5pPr>
            <a:lvl6pPr>
              <a:defRPr sz="2025" b="1">
                <a:solidFill>
                  <a:srgbClr val="FF6454"/>
                </a:solidFill>
                <a:latin typeface="Arial"/>
                <a:ea typeface="Arial"/>
                <a:cs typeface="Arial"/>
              </a:defRPr>
            </a:lvl6pPr>
            <a:lvl7pPr>
              <a:defRPr sz="2025" b="1">
                <a:solidFill>
                  <a:srgbClr val="FF6454"/>
                </a:solidFill>
                <a:latin typeface="Arial"/>
                <a:ea typeface="Arial"/>
                <a:cs typeface="Arial"/>
              </a:defRPr>
            </a:lvl7pPr>
            <a:lvl8pPr>
              <a:defRPr sz="2025" b="1">
                <a:solidFill>
                  <a:srgbClr val="FF6454"/>
                </a:solidFill>
                <a:latin typeface="Arial"/>
                <a:ea typeface="Arial"/>
                <a:cs typeface="Arial"/>
              </a:defRPr>
            </a:lvl8pPr>
            <a:lvl9pPr>
              <a:defRPr sz="2025" b="1">
                <a:solidFill>
                  <a:srgbClr val="FF6454"/>
                </a:solidFill>
                <a:latin typeface="Arial"/>
                <a:ea typeface="Arial"/>
                <a:cs typeface="Arial"/>
              </a:defRPr>
            </a:lvl9pPr>
          </a:lstStyle>
          <a:p xmlns:a="http://schemas.openxmlformats.org/drawingml/2006/main">
            <a:pPr>
              <a:defRPr sz="2025" b="1">
                <a:solidFill>
                  <a:srgbClr val="FF6454"/>
                </a:solidFill>
                <a:latin typeface="Arial"/>
                <a:ea typeface="Arial"/>
                <a:cs typeface="Arial"/>
              </a:defRPr>
            </a:pPr>
            <a:r>
              <a:rPr sz="2025" b="1">
                <a:solidFill>
                  <a:srgbClr val="FF6454"/>
                </a:solidFill>
                <a:latin typeface="Arial"/>
                <a:ea typeface="Arial"/>
                <a:cs typeface="Arial"/>
              </a:rPr>
              <a:t>Chat stays across tabs</a:t>
            </a:r>
          </a:p>
        </p:txBody>
      </p:sp>
      <p:sp>
        <p:nvSpPr>
          <p:cNvPr id="16" name="A fresh session when the app reopens">
            <a:extLst xmlns:a="http://schemas.openxmlformats.org/drawingml/2006/main">
              <a:ext uri="{FF2B5EF4-FFF2-40B4-BE49-F238E27FC236}">
                <a16:creationId xmlns:a16="http://schemas.microsoft.com/office/drawing/2014/main" id="{1C3B266C-9E96-4108-8FA9-42F96D5A3D53}"/>
              </a:ext>
            </a:extLst>
          </p:cNvPr>
          <p:cNvSpPr>
            <a:spLocks xmlns:a="http://schemas.openxmlformats.org/drawingml/2006/main" noGrp="1"/>
          </p:cNvSpPr>
          <p:nvPr/>
        </p:nvSpPr>
        <p:spPr>
          <a:xfrm xmlns:a="http://schemas.openxmlformats.org/drawingml/2006/main">
            <a:off x="6724650" y="5467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9B2BE"/>
                </a:solidFill>
                <a:latin typeface="Arial"/>
                <a:ea typeface="Arial"/>
                <a:cs typeface="Arial"/>
              </a:defRPr>
            </a:defPPr>
            <a:lvl1pPr>
              <a:defRPr sz="1800" b="0">
                <a:solidFill>
                  <a:srgbClr val="A9B2BE"/>
                </a:solidFill>
                <a:latin typeface="Arial"/>
                <a:ea typeface="Arial"/>
                <a:cs typeface="Arial"/>
              </a:defRPr>
            </a:lvl1pPr>
            <a:lvl2pPr>
              <a:defRPr sz="1800" b="0">
                <a:solidFill>
                  <a:srgbClr val="A9B2BE"/>
                </a:solidFill>
                <a:latin typeface="Arial"/>
                <a:ea typeface="Arial"/>
                <a:cs typeface="Arial"/>
              </a:defRPr>
            </a:lvl2pPr>
            <a:lvl3pPr>
              <a:defRPr sz="1800" b="0">
                <a:solidFill>
                  <a:srgbClr val="A9B2BE"/>
                </a:solidFill>
                <a:latin typeface="Arial"/>
                <a:ea typeface="Arial"/>
                <a:cs typeface="Arial"/>
              </a:defRPr>
            </a:lvl3pPr>
            <a:lvl4pPr>
              <a:defRPr sz="1800" b="0">
                <a:solidFill>
                  <a:srgbClr val="A9B2BE"/>
                </a:solidFill>
                <a:latin typeface="Arial"/>
                <a:ea typeface="Arial"/>
                <a:cs typeface="Arial"/>
              </a:defRPr>
            </a:lvl4pPr>
            <a:lvl5pPr>
              <a:defRPr sz="1800" b="0">
                <a:solidFill>
                  <a:srgbClr val="A9B2BE"/>
                </a:solidFill>
                <a:latin typeface="Arial"/>
                <a:ea typeface="Arial"/>
                <a:cs typeface="Arial"/>
              </a:defRPr>
            </a:lvl5pPr>
            <a:lvl6pPr>
              <a:defRPr sz="1800" b="0">
                <a:solidFill>
                  <a:srgbClr val="A9B2BE"/>
                </a:solidFill>
                <a:latin typeface="Arial"/>
                <a:ea typeface="Arial"/>
                <a:cs typeface="Arial"/>
              </a:defRPr>
            </a:lvl6pPr>
            <a:lvl7pPr>
              <a:defRPr sz="1800" b="0">
                <a:solidFill>
                  <a:srgbClr val="A9B2BE"/>
                </a:solidFill>
                <a:latin typeface="Arial"/>
                <a:ea typeface="Arial"/>
                <a:cs typeface="Arial"/>
              </a:defRPr>
            </a:lvl7pPr>
            <a:lvl8pPr>
              <a:defRPr sz="1800" b="0">
                <a:solidFill>
                  <a:srgbClr val="A9B2BE"/>
                </a:solidFill>
                <a:latin typeface="Arial"/>
                <a:ea typeface="Arial"/>
                <a:cs typeface="Arial"/>
              </a:defRPr>
            </a:lvl8pPr>
            <a:lvl9pPr>
              <a:defRPr sz="1800" b="0">
                <a:solidFill>
                  <a:srgbClr val="A9B2BE"/>
                </a:solidFill>
                <a:latin typeface="Arial"/>
                <a:ea typeface="Arial"/>
                <a:cs typeface="Arial"/>
              </a:defRPr>
            </a:lvl9pPr>
          </a:lstStyle>
          <a:p xmlns:a="http://schemas.openxmlformats.org/drawingml/2006/main">
            <a:pPr>
              <a:defRPr sz="1800" b="0">
                <a:solidFill>
                  <a:srgbClr val="A9B2BE"/>
                </a:solidFill>
                <a:latin typeface="Arial"/>
                <a:ea typeface="Arial"/>
                <a:cs typeface="Arial"/>
              </a:defRPr>
            </a:pPr>
            <a:r>
              <a:rPr sz="1800" b="0">
                <a:solidFill>
                  <a:srgbClr val="A9B2BE"/>
                </a:solidFill>
                <a:latin typeface="Arial"/>
                <a:ea typeface="Arial"/>
                <a:cs typeface="Arial"/>
              </a:rPr>
              <a:t>A fresh session when the app reopens</a:t>
            </a:r>
          </a:p>
        </p:txBody>
      </p:sp>
    </p:spTree>
    <p:extLst>
      <p:ext uri="{BB962C8B-B14F-4D97-AF65-F5344CB8AC3E}">
        <p14:creationId xmlns:p14="http://schemas.microsoft.com/office/powerpoint/2010/main" val="403851392"/>
      </p:ext>
    </p:extLst>
  </p:cSld>
</p:sld>
</file>

<file path=ppt/slides/slide6.xml><?xml version="1.0" encoding="utf-8"?>
<p:sld xmlns:p="http://schemas.openxmlformats.org/presentationml/2006/main">
  <p:cSld>
    <p:bg>
      <p:bgPr>
        <a:solidFill xmlns:a="http://schemas.openxmlformats.org/drawingml/2006/main">
          <a:srgbClr val="FF6454"/>
        </a:solidFill>
      </p:bgPr>
    </p:bg>
    <p:spTree>
      <p:nvGrpSpPr>
        <p:cNvPr id="1" name=""/>
        <p:cNvGrpSpPr/>
        <p:nvPr/>
      </p:nvGrpSpPr>
      <p:grpSpPr>
        <a:xfrm xmlns:a="http://schemas.openxmlformats.org/drawingml/2006/main"/>
      </p:grpSpPr>
      <p:sp>
        <p:nvSpPr>
          <p:cNvPr id="11" name="CRYSTALX">
            <a:extLst xmlns:a="http://schemas.openxmlformats.org/drawingml/2006/main">
              <a:ext uri="{FF2B5EF4-FFF2-40B4-BE49-F238E27FC236}">
                <a16:creationId xmlns:a16="http://schemas.microsoft.com/office/drawing/2014/main" id="{35131555-2F1D-4735-AA5E-9DDC83AA5614}"/>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6">
            <a:extLst xmlns:a="http://schemas.openxmlformats.org/drawingml/2006/main">
              <a:ext uri="{FF2B5EF4-FFF2-40B4-BE49-F238E27FC236}">
                <a16:creationId xmlns:a16="http://schemas.microsoft.com/office/drawing/2014/main" id="{92B26879-7116-4285-AFBC-4B40D7869AC8}"/>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06</a:t>
            </a:r>
          </a:p>
        </p:txBody>
      </p:sp>
      <p:sp>
        <p:nvSpPr>
          <p:cNvPr id="3" name="A campus ID for every student">
            <a:extLst xmlns:a="http://schemas.openxmlformats.org/drawingml/2006/main">
              <a:ext uri="{FF2B5EF4-FFF2-40B4-BE49-F238E27FC236}">
                <a16:creationId xmlns:a16="http://schemas.microsoft.com/office/drawing/2014/main" id="{DE95442E-1428-4C36-8525-6FA201FD851A}"/>
              </a:ext>
            </a:extLst>
          </p:cNvPr>
          <p:cNvSpPr>
            <a:spLocks xmlns:a="http://schemas.openxmlformats.org/drawingml/2006/main" noGrp="1"/>
          </p:cNvSpPr>
          <p:nvPr/>
        </p:nvSpPr>
        <p:spPr>
          <a:xfrm xmlns:a="http://schemas.openxmlformats.org/drawingml/2006/main">
            <a:off x="647700" y="6191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1161D"/>
                </a:solidFill>
                <a:latin typeface="Arial"/>
                <a:ea typeface="Arial"/>
                <a:cs typeface="Arial"/>
              </a:defRPr>
            </a:defPPr>
            <a:lvl1pPr>
              <a:defRPr sz="4875" b="1">
                <a:solidFill>
                  <a:srgbClr val="11161D"/>
                </a:solidFill>
                <a:latin typeface="Arial"/>
                <a:ea typeface="Arial"/>
                <a:cs typeface="Arial"/>
              </a:defRPr>
            </a:lvl1pPr>
            <a:lvl2pPr>
              <a:defRPr sz="4875" b="1">
                <a:solidFill>
                  <a:srgbClr val="11161D"/>
                </a:solidFill>
                <a:latin typeface="Arial"/>
                <a:ea typeface="Arial"/>
                <a:cs typeface="Arial"/>
              </a:defRPr>
            </a:lvl2pPr>
            <a:lvl3pPr>
              <a:defRPr sz="4875" b="1">
                <a:solidFill>
                  <a:srgbClr val="11161D"/>
                </a:solidFill>
                <a:latin typeface="Arial"/>
                <a:ea typeface="Arial"/>
                <a:cs typeface="Arial"/>
              </a:defRPr>
            </a:lvl3pPr>
            <a:lvl4pPr>
              <a:defRPr sz="4875" b="1">
                <a:solidFill>
                  <a:srgbClr val="11161D"/>
                </a:solidFill>
                <a:latin typeface="Arial"/>
                <a:ea typeface="Arial"/>
                <a:cs typeface="Arial"/>
              </a:defRPr>
            </a:lvl4pPr>
            <a:lvl5pPr>
              <a:defRPr sz="4875" b="1">
                <a:solidFill>
                  <a:srgbClr val="11161D"/>
                </a:solidFill>
                <a:latin typeface="Arial"/>
                <a:ea typeface="Arial"/>
                <a:cs typeface="Arial"/>
              </a:defRPr>
            </a:lvl5pPr>
            <a:lvl6pPr>
              <a:defRPr sz="4875" b="1">
                <a:solidFill>
                  <a:srgbClr val="11161D"/>
                </a:solidFill>
                <a:latin typeface="Arial"/>
                <a:ea typeface="Arial"/>
                <a:cs typeface="Arial"/>
              </a:defRPr>
            </a:lvl6pPr>
            <a:lvl7pPr>
              <a:defRPr sz="4875" b="1">
                <a:solidFill>
                  <a:srgbClr val="11161D"/>
                </a:solidFill>
                <a:latin typeface="Arial"/>
                <a:ea typeface="Arial"/>
                <a:cs typeface="Arial"/>
              </a:defRPr>
            </a:lvl7pPr>
            <a:lvl8pPr>
              <a:defRPr sz="4875" b="1">
                <a:solidFill>
                  <a:srgbClr val="11161D"/>
                </a:solidFill>
                <a:latin typeface="Arial"/>
                <a:ea typeface="Arial"/>
                <a:cs typeface="Arial"/>
              </a:defRPr>
            </a:lvl8pPr>
            <a:lvl9pPr>
              <a:defRPr sz="4875" b="1">
                <a:solidFill>
                  <a:srgbClr val="11161D"/>
                </a:solidFill>
                <a:latin typeface="Arial"/>
                <a:ea typeface="Arial"/>
                <a:cs typeface="Arial"/>
              </a:defRPr>
            </a:lvl9pPr>
          </a:lstStyle>
          <a:p xmlns:a="http://schemas.openxmlformats.org/drawingml/2006/main">
            <a:pPr>
              <a:defRPr sz="4875" b="1">
                <a:solidFill>
                  <a:srgbClr val="11161D"/>
                </a:solidFill>
                <a:latin typeface="Arial"/>
                <a:ea typeface="Arial"/>
                <a:cs typeface="Arial"/>
              </a:defRPr>
            </a:pPr>
            <a:r>
              <a:rPr sz="4875" b="1">
                <a:solidFill>
                  <a:srgbClr val="11161D"/>
                </a:solidFill>
                <a:latin typeface="Arial"/>
                <a:ea typeface="Arial"/>
                <a:cs typeface="Arial"/>
              </a:rPr>
              <a:t>A campus ID for every student</a:t>
            </a:r>
          </a:p>
        </p:txBody>
      </p:sp>
      <p:sp>
        <p:nvSpPr>
          <p:cNvPr id="4" name="College website">
            <a:extLst xmlns:a="http://schemas.openxmlformats.org/drawingml/2006/main">
              <a:ext uri="{FF2B5EF4-FFF2-40B4-BE49-F238E27FC236}">
                <a16:creationId xmlns:a16="http://schemas.microsoft.com/office/drawing/2014/main" id="{1DFA00B5-F53C-415B-8773-0A7211ADC089}"/>
              </a:ext>
            </a:extLst>
          </p:cNvPr>
          <p:cNvSpPr>
            <a:spLocks xmlns:a="http://schemas.openxmlformats.org/drawingml/2006/main" noGrp="1"/>
          </p:cNvSpPr>
          <p:nvPr/>
        </p:nvSpPr>
        <p:spPr>
          <a:xfrm xmlns:a="http://schemas.openxmlformats.org/drawingml/2006/main">
            <a:off x="695325" y="203835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1161D"/>
                </a:solidFill>
                <a:latin typeface="Arial"/>
                <a:ea typeface="Arial"/>
                <a:cs typeface="Arial"/>
              </a:defRPr>
            </a:defPPr>
            <a:lvl1pPr>
              <a:defRPr sz="3450" b="1">
                <a:solidFill>
                  <a:srgbClr val="11161D"/>
                </a:solidFill>
                <a:latin typeface="Arial"/>
                <a:ea typeface="Arial"/>
                <a:cs typeface="Arial"/>
              </a:defRPr>
            </a:lvl1pPr>
            <a:lvl2pPr>
              <a:defRPr sz="3450" b="1">
                <a:solidFill>
                  <a:srgbClr val="11161D"/>
                </a:solidFill>
                <a:latin typeface="Arial"/>
                <a:ea typeface="Arial"/>
                <a:cs typeface="Arial"/>
              </a:defRPr>
            </a:lvl2pPr>
            <a:lvl3pPr>
              <a:defRPr sz="3450" b="1">
                <a:solidFill>
                  <a:srgbClr val="11161D"/>
                </a:solidFill>
                <a:latin typeface="Arial"/>
                <a:ea typeface="Arial"/>
                <a:cs typeface="Arial"/>
              </a:defRPr>
            </a:lvl3pPr>
            <a:lvl4pPr>
              <a:defRPr sz="3450" b="1">
                <a:solidFill>
                  <a:srgbClr val="11161D"/>
                </a:solidFill>
                <a:latin typeface="Arial"/>
                <a:ea typeface="Arial"/>
                <a:cs typeface="Arial"/>
              </a:defRPr>
            </a:lvl4pPr>
            <a:lvl5pPr>
              <a:defRPr sz="3450" b="1">
                <a:solidFill>
                  <a:srgbClr val="11161D"/>
                </a:solidFill>
                <a:latin typeface="Arial"/>
                <a:ea typeface="Arial"/>
                <a:cs typeface="Arial"/>
              </a:defRPr>
            </a:lvl5pPr>
            <a:lvl6pPr>
              <a:defRPr sz="3450" b="1">
                <a:solidFill>
                  <a:srgbClr val="11161D"/>
                </a:solidFill>
                <a:latin typeface="Arial"/>
                <a:ea typeface="Arial"/>
                <a:cs typeface="Arial"/>
              </a:defRPr>
            </a:lvl6pPr>
            <a:lvl7pPr>
              <a:defRPr sz="3450" b="1">
                <a:solidFill>
                  <a:srgbClr val="11161D"/>
                </a:solidFill>
                <a:latin typeface="Arial"/>
                <a:ea typeface="Arial"/>
                <a:cs typeface="Arial"/>
              </a:defRPr>
            </a:lvl7pPr>
            <a:lvl8pPr>
              <a:defRPr sz="3450" b="1">
                <a:solidFill>
                  <a:srgbClr val="11161D"/>
                </a:solidFill>
                <a:latin typeface="Arial"/>
                <a:ea typeface="Arial"/>
                <a:cs typeface="Arial"/>
              </a:defRPr>
            </a:lvl8pPr>
            <a:lvl9pPr>
              <a:defRPr sz="3450" b="1">
                <a:solidFill>
                  <a:srgbClr val="11161D"/>
                </a:solidFill>
                <a:latin typeface="Arial"/>
                <a:ea typeface="Arial"/>
                <a:cs typeface="Arial"/>
              </a:defRPr>
            </a:lvl9pPr>
          </a:lstStyle>
          <a:p xmlns:a="http://schemas.openxmlformats.org/drawingml/2006/main">
            <a:pPr>
              <a:defRPr sz="3450" b="1">
                <a:solidFill>
                  <a:srgbClr val="11161D"/>
                </a:solidFill>
                <a:latin typeface="Arial"/>
                <a:ea typeface="Arial"/>
                <a:cs typeface="Arial"/>
              </a:defRPr>
            </a:pPr>
            <a:r>
              <a:rPr sz="3450" b="1">
                <a:solidFill>
                  <a:srgbClr val="11161D"/>
                </a:solidFill>
                <a:latin typeface="Arial"/>
                <a:ea typeface="Arial"/>
                <a:cs typeface="Arial"/>
              </a:rPr>
              <a:t>College website</a:t>
            </a:r>
          </a:p>
        </p:txBody>
      </p:sp>
      <p:sp>
        <p:nvSpPr>
          <p:cNvPr id="5" name="Add missing data. Review. Publish an ID.">
            <a:extLst xmlns:a="http://schemas.openxmlformats.org/drawingml/2006/main">
              <a:ext uri="{FF2B5EF4-FFF2-40B4-BE49-F238E27FC236}">
                <a16:creationId xmlns:a16="http://schemas.microsoft.com/office/drawing/2014/main" id="{D7B5700B-0932-4DF6-AE94-DD411B710A4A}"/>
              </a:ext>
            </a:extLst>
          </p:cNvPr>
          <p:cNvSpPr>
            <a:spLocks xmlns:a="http://schemas.openxmlformats.org/drawingml/2006/main" noGrp="1"/>
          </p:cNvSpPr>
          <p:nvPr/>
        </p:nvSpPr>
        <p:spPr>
          <a:xfrm xmlns:a="http://schemas.openxmlformats.org/drawingml/2006/main">
            <a:off x="723900" y="2781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1161D"/>
                </a:solidFill>
                <a:latin typeface="Arial"/>
                <a:ea typeface="Arial"/>
                <a:cs typeface="Arial"/>
              </a:defRPr>
            </a:defPPr>
            <a:lvl1pPr>
              <a:defRPr sz="2400" b="0">
                <a:solidFill>
                  <a:srgbClr val="11161D"/>
                </a:solidFill>
                <a:latin typeface="Arial"/>
                <a:ea typeface="Arial"/>
                <a:cs typeface="Arial"/>
              </a:defRPr>
            </a:lvl1pPr>
            <a:lvl2pPr>
              <a:defRPr sz="2400" b="0">
                <a:solidFill>
                  <a:srgbClr val="11161D"/>
                </a:solidFill>
                <a:latin typeface="Arial"/>
                <a:ea typeface="Arial"/>
                <a:cs typeface="Arial"/>
              </a:defRPr>
            </a:lvl2pPr>
            <a:lvl3pPr>
              <a:defRPr sz="2400" b="0">
                <a:solidFill>
                  <a:srgbClr val="11161D"/>
                </a:solidFill>
                <a:latin typeface="Arial"/>
                <a:ea typeface="Arial"/>
                <a:cs typeface="Arial"/>
              </a:defRPr>
            </a:lvl3pPr>
            <a:lvl4pPr>
              <a:defRPr sz="2400" b="0">
                <a:solidFill>
                  <a:srgbClr val="11161D"/>
                </a:solidFill>
                <a:latin typeface="Arial"/>
                <a:ea typeface="Arial"/>
                <a:cs typeface="Arial"/>
              </a:defRPr>
            </a:lvl4pPr>
            <a:lvl5pPr>
              <a:defRPr sz="2400" b="0">
                <a:solidFill>
                  <a:srgbClr val="11161D"/>
                </a:solidFill>
                <a:latin typeface="Arial"/>
                <a:ea typeface="Arial"/>
                <a:cs typeface="Arial"/>
              </a:defRPr>
            </a:lvl5pPr>
            <a:lvl6pPr>
              <a:defRPr sz="2400" b="0">
                <a:solidFill>
                  <a:srgbClr val="11161D"/>
                </a:solidFill>
                <a:latin typeface="Arial"/>
                <a:ea typeface="Arial"/>
                <a:cs typeface="Arial"/>
              </a:defRPr>
            </a:lvl6pPr>
            <a:lvl7pPr>
              <a:defRPr sz="2400" b="0">
                <a:solidFill>
                  <a:srgbClr val="11161D"/>
                </a:solidFill>
                <a:latin typeface="Arial"/>
                <a:ea typeface="Arial"/>
                <a:cs typeface="Arial"/>
              </a:defRPr>
            </a:lvl7pPr>
            <a:lvl8pPr>
              <a:defRPr sz="2400" b="0">
                <a:solidFill>
                  <a:srgbClr val="11161D"/>
                </a:solidFill>
                <a:latin typeface="Arial"/>
                <a:ea typeface="Arial"/>
                <a:cs typeface="Arial"/>
              </a:defRPr>
            </a:lvl8pPr>
            <a:lvl9pPr>
              <a:defRPr sz="2400" b="0">
                <a:solidFill>
                  <a:srgbClr val="11161D"/>
                </a:solidFill>
                <a:latin typeface="Arial"/>
                <a:ea typeface="Arial"/>
                <a:cs typeface="Arial"/>
              </a:defRPr>
            </a:lvl9pPr>
          </a:lstStyle>
          <a:p xmlns:a="http://schemas.openxmlformats.org/drawingml/2006/main">
            <a:pPr>
              <a:defRPr sz="2400" b="0">
                <a:solidFill>
                  <a:srgbClr val="11161D"/>
                </a:solidFill>
                <a:latin typeface="Arial"/>
                <a:ea typeface="Arial"/>
                <a:cs typeface="Arial"/>
              </a:defRPr>
            </a:pPr>
            <a:r>
              <a:rPr sz="2400" b="0">
                <a:solidFill>
                  <a:srgbClr val="11161D"/>
                </a:solidFill>
                <a:latin typeface="Arial"/>
                <a:ea typeface="Arial"/>
                <a:cs typeface="Arial"/>
              </a:rPr>
              <a:t>Add missing data. Review. Publish an ID.</a:t>
            </a:r>
          </a:p>
        </p:txBody>
      </p:sp>
      <p:sp>
        <p:nvSpPr>
          <p:cNvPr id="6" name="Sync through internet or local Wi-Fi">
            <a:extLst xmlns:a="http://schemas.openxmlformats.org/drawingml/2006/main">
              <a:ext uri="{FF2B5EF4-FFF2-40B4-BE49-F238E27FC236}">
                <a16:creationId xmlns:a16="http://schemas.microsoft.com/office/drawing/2014/main" id="{0DF8381A-77B8-42CD-821E-AA1382C06498}"/>
              </a:ext>
            </a:extLst>
          </p:cNvPr>
          <p:cNvSpPr>
            <a:spLocks xmlns:a="http://schemas.openxmlformats.org/drawingml/2006/main" noGrp="1"/>
          </p:cNvSpPr>
          <p:nvPr/>
        </p:nvSpPr>
        <p:spPr>
          <a:xfrm xmlns:a="http://schemas.openxmlformats.org/drawingml/2006/main">
            <a:off x="723900" y="36766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1161D"/>
                </a:solidFill>
                <a:latin typeface="Arial"/>
                <a:ea typeface="Arial"/>
                <a:cs typeface="Arial"/>
              </a:defRPr>
            </a:defPPr>
            <a:lvl1pPr>
              <a:defRPr sz="3000" b="1">
                <a:solidFill>
                  <a:srgbClr val="11161D"/>
                </a:solidFill>
                <a:latin typeface="Arial"/>
                <a:ea typeface="Arial"/>
                <a:cs typeface="Arial"/>
              </a:defRPr>
            </a:lvl1pPr>
            <a:lvl2pPr>
              <a:defRPr sz="3000" b="1">
                <a:solidFill>
                  <a:srgbClr val="11161D"/>
                </a:solidFill>
                <a:latin typeface="Arial"/>
                <a:ea typeface="Arial"/>
                <a:cs typeface="Arial"/>
              </a:defRPr>
            </a:lvl2pPr>
            <a:lvl3pPr>
              <a:defRPr sz="3000" b="1">
                <a:solidFill>
                  <a:srgbClr val="11161D"/>
                </a:solidFill>
                <a:latin typeface="Arial"/>
                <a:ea typeface="Arial"/>
                <a:cs typeface="Arial"/>
              </a:defRPr>
            </a:lvl3pPr>
            <a:lvl4pPr>
              <a:defRPr sz="3000" b="1">
                <a:solidFill>
                  <a:srgbClr val="11161D"/>
                </a:solidFill>
                <a:latin typeface="Arial"/>
                <a:ea typeface="Arial"/>
                <a:cs typeface="Arial"/>
              </a:defRPr>
            </a:lvl4pPr>
            <a:lvl5pPr>
              <a:defRPr sz="3000" b="1">
                <a:solidFill>
                  <a:srgbClr val="11161D"/>
                </a:solidFill>
                <a:latin typeface="Arial"/>
                <a:ea typeface="Arial"/>
                <a:cs typeface="Arial"/>
              </a:defRPr>
            </a:lvl5pPr>
            <a:lvl6pPr>
              <a:defRPr sz="3000" b="1">
                <a:solidFill>
                  <a:srgbClr val="11161D"/>
                </a:solidFill>
                <a:latin typeface="Arial"/>
                <a:ea typeface="Arial"/>
                <a:cs typeface="Arial"/>
              </a:defRPr>
            </a:lvl6pPr>
            <a:lvl7pPr>
              <a:defRPr sz="3000" b="1">
                <a:solidFill>
                  <a:srgbClr val="11161D"/>
                </a:solidFill>
                <a:latin typeface="Arial"/>
                <a:ea typeface="Arial"/>
                <a:cs typeface="Arial"/>
              </a:defRPr>
            </a:lvl7pPr>
            <a:lvl8pPr>
              <a:defRPr sz="3000" b="1">
                <a:solidFill>
                  <a:srgbClr val="11161D"/>
                </a:solidFill>
                <a:latin typeface="Arial"/>
                <a:ea typeface="Arial"/>
                <a:cs typeface="Arial"/>
              </a:defRPr>
            </a:lvl8pPr>
            <a:lvl9pPr>
              <a:defRPr sz="3000" b="1">
                <a:solidFill>
                  <a:srgbClr val="11161D"/>
                </a:solidFill>
                <a:latin typeface="Arial"/>
                <a:ea typeface="Arial"/>
                <a:cs typeface="Arial"/>
              </a:defRPr>
            </a:lvl9pPr>
          </a:lstStyle>
          <a:p xmlns:a="http://schemas.openxmlformats.org/drawingml/2006/main">
            <a:pPr>
              <a:defRPr sz="3000" b="1">
                <a:solidFill>
                  <a:srgbClr val="11161D"/>
                </a:solidFill>
                <a:latin typeface="Arial"/>
                <a:ea typeface="Arial"/>
                <a:cs typeface="Arial"/>
              </a:defRPr>
            </a:pPr>
            <a:r>
              <a:rPr sz="3000" b="1">
                <a:solidFill>
                  <a:srgbClr val="11161D"/>
                </a:solidFill>
                <a:latin typeface="Arial"/>
                <a:ea typeface="Arial"/>
                <a:cs typeface="Arial"/>
              </a:rPr>
              <a:t>Sync through internet or local Wi-Fi</a:t>
            </a:r>
          </a:p>
        </p:txBody>
      </p:sp>
      <p:sp>
        <p:nvSpPr>
          <p:cNvPr id="7" name="For students">
            <a:extLst xmlns:a="http://schemas.openxmlformats.org/drawingml/2006/main">
              <a:ext uri="{FF2B5EF4-FFF2-40B4-BE49-F238E27FC236}">
                <a16:creationId xmlns:a16="http://schemas.microsoft.com/office/drawing/2014/main" id="{7281A108-57A8-4EEB-A0AC-5D9ACB19429A}"/>
              </a:ext>
            </a:extLst>
          </p:cNvPr>
          <p:cNvSpPr>
            <a:spLocks xmlns:a="http://schemas.openxmlformats.org/drawingml/2006/main" noGrp="1"/>
          </p:cNvSpPr>
          <p:nvPr/>
        </p:nvSpPr>
        <p:spPr>
          <a:xfrm xmlns:a="http://schemas.openxmlformats.org/drawingml/2006/main">
            <a:off x="723900" y="4743450"/>
            <a:ext cx="471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1161D"/>
                </a:solidFill>
                <a:latin typeface="Arial"/>
                <a:ea typeface="Arial"/>
                <a:cs typeface="Arial"/>
              </a:defRPr>
            </a:defPPr>
            <a:lvl1pPr>
              <a:defRPr sz="2100" b="1">
                <a:solidFill>
                  <a:srgbClr val="11161D"/>
                </a:solidFill>
                <a:latin typeface="Arial"/>
                <a:ea typeface="Arial"/>
                <a:cs typeface="Arial"/>
              </a:defRPr>
            </a:lvl1pPr>
            <a:lvl2pPr>
              <a:defRPr sz="2100" b="1">
                <a:solidFill>
                  <a:srgbClr val="11161D"/>
                </a:solidFill>
                <a:latin typeface="Arial"/>
                <a:ea typeface="Arial"/>
                <a:cs typeface="Arial"/>
              </a:defRPr>
            </a:lvl2pPr>
            <a:lvl3pPr>
              <a:defRPr sz="2100" b="1">
                <a:solidFill>
                  <a:srgbClr val="11161D"/>
                </a:solidFill>
                <a:latin typeface="Arial"/>
                <a:ea typeface="Arial"/>
                <a:cs typeface="Arial"/>
              </a:defRPr>
            </a:lvl3pPr>
            <a:lvl4pPr>
              <a:defRPr sz="2100" b="1">
                <a:solidFill>
                  <a:srgbClr val="11161D"/>
                </a:solidFill>
                <a:latin typeface="Arial"/>
                <a:ea typeface="Arial"/>
                <a:cs typeface="Arial"/>
              </a:defRPr>
            </a:lvl4pPr>
            <a:lvl5pPr>
              <a:defRPr sz="2100" b="1">
                <a:solidFill>
                  <a:srgbClr val="11161D"/>
                </a:solidFill>
                <a:latin typeface="Arial"/>
                <a:ea typeface="Arial"/>
                <a:cs typeface="Arial"/>
              </a:defRPr>
            </a:lvl5pPr>
            <a:lvl6pPr>
              <a:defRPr sz="2100" b="1">
                <a:solidFill>
                  <a:srgbClr val="11161D"/>
                </a:solidFill>
                <a:latin typeface="Arial"/>
                <a:ea typeface="Arial"/>
                <a:cs typeface="Arial"/>
              </a:defRPr>
            </a:lvl6pPr>
            <a:lvl7pPr>
              <a:defRPr sz="2100" b="1">
                <a:solidFill>
                  <a:srgbClr val="11161D"/>
                </a:solidFill>
                <a:latin typeface="Arial"/>
                <a:ea typeface="Arial"/>
                <a:cs typeface="Arial"/>
              </a:defRPr>
            </a:lvl7pPr>
            <a:lvl8pPr>
              <a:defRPr sz="2100" b="1">
                <a:solidFill>
                  <a:srgbClr val="11161D"/>
                </a:solidFill>
                <a:latin typeface="Arial"/>
                <a:ea typeface="Arial"/>
                <a:cs typeface="Arial"/>
              </a:defRPr>
            </a:lvl8pPr>
            <a:lvl9pPr>
              <a:defRPr sz="2100" b="1">
                <a:solidFill>
                  <a:srgbClr val="11161D"/>
                </a:solidFill>
                <a:latin typeface="Arial"/>
                <a:ea typeface="Arial"/>
                <a:cs typeface="Arial"/>
              </a:defRPr>
            </a:lvl9pPr>
          </a:lstStyle>
          <a:p xmlns:a="http://schemas.openxmlformats.org/drawingml/2006/main">
            <a:pPr>
              <a:defRPr sz="2100" b="1">
                <a:solidFill>
                  <a:srgbClr val="11161D"/>
                </a:solidFill>
                <a:latin typeface="Arial"/>
                <a:ea typeface="Arial"/>
                <a:cs typeface="Arial"/>
              </a:defRPr>
            </a:pPr>
            <a:r>
              <a:rPr sz="2100" b="1">
                <a:solidFill>
                  <a:srgbClr val="11161D"/>
                </a:solidFill>
                <a:latin typeface="Arial"/>
                <a:ea typeface="Arial"/>
                <a:cs typeface="Arial"/>
              </a:rPr>
              <a:t>For students</a:t>
            </a:r>
          </a:p>
        </p:txBody>
      </p:sp>
      <p:sp>
        <p:nvSpPr>
          <p:cNvPr id="8" name="Less searching. More campus confidence.">
            <a:extLst xmlns:a="http://schemas.openxmlformats.org/drawingml/2006/main">
              <a:ext uri="{FF2B5EF4-FFF2-40B4-BE49-F238E27FC236}">
                <a16:creationId xmlns:a16="http://schemas.microsoft.com/office/drawing/2014/main" id="{0DD3E563-EB9F-4394-9EB2-16CC5F95B459}"/>
              </a:ext>
            </a:extLst>
          </p:cNvPr>
          <p:cNvSpPr>
            <a:spLocks xmlns:a="http://schemas.openxmlformats.org/drawingml/2006/main" noGrp="1"/>
          </p:cNvSpPr>
          <p:nvPr/>
        </p:nvSpPr>
        <p:spPr>
          <a:xfrm xmlns:a="http://schemas.openxmlformats.org/drawingml/2006/main">
            <a:off x="723900" y="523875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1161D"/>
                </a:solidFill>
                <a:latin typeface="Arial"/>
                <a:ea typeface="Arial"/>
                <a:cs typeface="Arial"/>
              </a:defRPr>
            </a:defPPr>
            <a:lvl1pPr>
              <a:defRPr sz="2025" b="0">
                <a:solidFill>
                  <a:srgbClr val="11161D"/>
                </a:solidFill>
                <a:latin typeface="Arial"/>
                <a:ea typeface="Arial"/>
                <a:cs typeface="Arial"/>
              </a:defRPr>
            </a:lvl1pPr>
            <a:lvl2pPr>
              <a:defRPr sz="2025" b="0">
                <a:solidFill>
                  <a:srgbClr val="11161D"/>
                </a:solidFill>
                <a:latin typeface="Arial"/>
                <a:ea typeface="Arial"/>
                <a:cs typeface="Arial"/>
              </a:defRPr>
            </a:lvl2pPr>
            <a:lvl3pPr>
              <a:defRPr sz="2025" b="0">
                <a:solidFill>
                  <a:srgbClr val="11161D"/>
                </a:solidFill>
                <a:latin typeface="Arial"/>
                <a:ea typeface="Arial"/>
                <a:cs typeface="Arial"/>
              </a:defRPr>
            </a:lvl3pPr>
            <a:lvl4pPr>
              <a:defRPr sz="2025" b="0">
                <a:solidFill>
                  <a:srgbClr val="11161D"/>
                </a:solidFill>
                <a:latin typeface="Arial"/>
                <a:ea typeface="Arial"/>
                <a:cs typeface="Arial"/>
              </a:defRPr>
            </a:lvl4pPr>
            <a:lvl5pPr>
              <a:defRPr sz="2025" b="0">
                <a:solidFill>
                  <a:srgbClr val="11161D"/>
                </a:solidFill>
                <a:latin typeface="Arial"/>
                <a:ea typeface="Arial"/>
                <a:cs typeface="Arial"/>
              </a:defRPr>
            </a:lvl5pPr>
            <a:lvl6pPr>
              <a:defRPr sz="2025" b="0">
                <a:solidFill>
                  <a:srgbClr val="11161D"/>
                </a:solidFill>
                <a:latin typeface="Arial"/>
                <a:ea typeface="Arial"/>
                <a:cs typeface="Arial"/>
              </a:defRPr>
            </a:lvl6pPr>
            <a:lvl7pPr>
              <a:defRPr sz="2025" b="0">
                <a:solidFill>
                  <a:srgbClr val="11161D"/>
                </a:solidFill>
                <a:latin typeface="Arial"/>
                <a:ea typeface="Arial"/>
                <a:cs typeface="Arial"/>
              </a:defRPr>
            </a:lvl7pPr>
            <a:lvl8pPr>
              <a:defRPr sz="2025" b="0">
                <a:solidFill>
                  <a:srgbClr val="11161D"/>
                </a:solidFill>
                <a:latin typeface="Arial"/>
                <a:ea typeface="Arial"/>
                <a:cs typeface="Arial"/>
              </a:defRPr>
            </a:lvl8pPr>
            <a:lvl9pPr>
              <a:defRPr sz="2025" b="0">
                <a:solidFill>
                  <a:srgbClr val="11161D"/>
                </a:solidFill>
                <a:latin typeface="Arial"/>
                <a:ea typeface="Arial"/>
                <a:cs typeface="Arial"/>
              </a:defRPr>
            </a:lvl9pPr>
          </a:lstStyle>
          <a:p xmlns:a="http://schemas.openxmlformats.org/drawingml/2006/main">
            <a:pPr>
              <a:defRPr sz="2025" b="0">
                <a:solidFill>
                  <a:srgbClr val="11161D"/>
                </a:solidFill>
                <a:latin typeface="Arial"/>
                <a:ea typeface="Arial"/>
                <a:cs typeface="Arial"/>
              </a:defRPr>
            </a:pPr>
            <a:r>
              <a:rPr sz="2025" b="0">
                <a:solidFill>
                  <a:srgbClr val="11161D"/>
                </a:solidFill>
                <a:latin typeface="Arial"/>
                <a:ea typeface="Arial"/>
                <a:cs typeface="Arial"/>
              </a:rPr>
              <a:t>Less searching. More campus confidence.</a:t>
            </a:r>
          </a:p>
        </p:txBody>
      </p:sp>
      <p:sp>
        <p:nvSpPr>
          <p:cNvPr id="9" name="Next">
            <a:extLst xmlns:a="http://schemas.openxmlformats.org/drawingml/2006/main">
              <a:ext uri="{FF2B5EF4-FFF2-40B4-BE49-F238E27FC236}">
                <a16:creationId xmlns:a16="http://schemas.microsoft.com/office/drawing/2014/main" id="{60A82F57-6631-438B-ADA6-3FE1362DE6A2}"/>
              </a:ext>
            </a:extLst>
          </p:cNvPr>
          <p:cNvSpPr>
            <a:spLocks xmlns:a="http://schemas.openxmlformats.org/drawingml/2006/main" noGrp="1"/>
          </p:cNvSpPr>
          <p:nvPr/>
        </p:nvSpPr>
        <p:spPr>
          <a:xfrm xmlns:a="http://schemas.openxmlformats.org/drawingml/2006/main">
            <a:off x="6858000" y="47434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1161D"/>
                </a:solidFill>
                <a:latin typeface="Arial"/>
                <a:ea typeface="Arial"/>
                <a:cs typeface="Arial"/>
              </a:defRPr>
            </a:defPPr>
            <a:lvl1pPr>
              <a:defRPr sz="2100" b="1">
                <a:solidFill>
                  <a:srgbClr val="11161D"/>
                </a:solidFill>
                <a:latin typeface="Arial"/>
                <a:ea typeface="Arial"/>
                <a:cs typeface="Arial"/>
              </a:defRPr>
            </a:lvl1pPr>
            <a:lvl2pPr>
              <a:defRPr sz="2100" b="1">
                <a:solidFill>
                  <a:srgbClr val="11161D"/>
                </a:solidFill>
                <a:latin typeface="Arial"/>
                <a:ea typeface="Arial"/>
                <a:cs typeface="Arial"/>
              </a:defRPr>
            </a:lvl2pPr>
            <a:lvl3pPr>
              <a:defRPr sz="2100" b="1">
                <a:solidFill>
                  <a:srgbClr val="11161D"/>
                </a:solidFill>
                <a:latin typeface="Arial"/>
                <a:ea typeface="Arial"/>
                <a:cs typeface="Arial"/>
              </a:defRPr>
            </a:lvl3pPr>
            <a:lvl4pPr>
              <a:defRPr sz="2100" b="1">
                <a:solidFill>
                  <a:srgbClr val="11161D"/>
                </a:solidFill>
                <a:latin typeface="Arial"/>
                <a:ea typeface="Arial"/>
                <a:cs typeface="Arial"/>
              </a:defRPr>
            </a:lvl4pPr>
            <a:lvl5pPr>
              <a:defRPr sz="2100" b="1">
                <a:solidFill>
                  <a:srgbClr val="11161D"/>
                </a:solidFill>
                <a:latin typeface="Arial"/>
                <a:ea typeface="Arial"/>
                <a:cs typeface="Arial"/>
              </a:defRPr>
            </a:lvl5pPr>
            <a:lvl6pPr>
              <a:defRPr sz="2100" b="1">
                <a:solidFill>
                  <a:srgbClr val="11161D"/>
                </a:solidFill>
                <a:latin typeface="Arial"/>
                <a:ea typeface="Arial"/>
                <a:cs typeface="Arial"/>
              </a:defRPr>
            </a:lvl6pPr>
            <a:lvl7pPr>
              <a:defRPr sz="2100" b="1">
                <a:solidFill>
                  <a:srgbClr val="11161D"/>
                </a:solidFill>
                <a:latin typeface="Arial"/>
                <a:ea typeface="Arial"/>
                <a:cs typeface="Arial"/>
              </a:defRPr>
            </a:lvl7pPr>
            <a:lvl8pPr>
              <a:defRPr sz="2100" b="1">
                <a:solidFill>
                  <a:srgbClr val="11161D"/>
                </a:solidFill>
                <a:latin typeface="Arial"/>
                <a:ea typeface="Arial"/>
                <a:cs typeface="Arial"/>
              </a:defRPr>
            </a:lvl8pPr>
            <a:lvl9pPr>
              <a:defRPr sz="2100" b="1">
                <a:solidFill>
                  <a:srgbClr val="11161D"/>
                </a:solidFill>
                <a:latin typeface="Arial"/>
                <a:ea typeface="Arial"/>
                <a:cs typeface="Arial"/>
              </a:defRPr>
            </a:lvl9pPr>
          </a:lstStyle>
          <a:p xmlns:a="http://schemas.openxmlformats.org/drawingml/2006/main">
            <a:pPr>
              <a:defRPr sz="2100" b="1">
                <a:solidFill>
                  <a:srgbClr val="11161D"/>
                </a:solidFill>
                <a:latin typeface="Arial"/>
                <a:ea typeface="Arial"/>
                <a:cs typeface="Arial"/>
              </a:defRPr>
            </a:pPr>
            <a:r>
              <a:rPr sz="2100" b="1">
                <a:solidFill>
                  <a:srgbClr val="11161D"/>
                </a:solidFill>
                <a:latin typeface="Arial"/>
                <a:ea typeface="Arial"/>
                <a:cs typeface="Arial"/>
              </a:rPr>
              <a:t>Next</a:t>
            </a:r>
          </a:p>
        </p:txBody>
      </p:sp>
      <p:sp>
        <p:nvSpPr>
          <p:cNvPr id="10" name="Agent37 deployment, verified campus data&#10;and smarter groupin">
            <a:extLst xmlns:a="http://schemas.openxmlformats.org/drawingml/2006/main">
              <a:ext uri="{FF2B5EF4-FFF2-40B4-BE49-F238E27FC236}">
                <a16:creationId xmlns:a16="http://schemas.microsoft.com/office/drawing/2014/main" id="{29AF857E-ADA5-4E03-9292-712FEBEF9A18}"/>
              </a:ext>
            </a:extLst>
          </p:cNvPr>
          <p:cNvSpPr>
            <a:spLocks xmlns:a="http://schemas.openxmlformats.org/drawingml/2006/main" noGrp="1"/>
          </p:cNvSpPr>
          <p:nvPr/>
        </p:nvSpPr>
        <p:spPr>
          <a:xfrm xmlns:a="http://schemas.openxmlformats.org/drawingml/2006/main">
            <a:off x="6858000" y="5238750"/>
            <a:ext cx="4619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1161D"/>
                </a:solidFill>
                <a:latin typeface="Arial"/>
                <a:ea typeface="Arial"/>
                <a:cs typeface="Arial"/>
              </a:defRPr>
            </a:defPPr>
            <a:lvl1pPr>
              <a:defRPr sz="1950" b="0">
                <a:solidFill>
                  <a:srgbClr val="11161D"/>
                </a:solidFill>
                <a:latin typeface="Arial"/>
                <a:ea typeface="Arial"/>
                <a:cs typeface="Arial"/>
              </a:defRPr>
            </a:lvl1pPr>
            <a:lvl2pPr>
              <a:defRPr sz="1950" b="0">
                <a:solidFill>
                  <a:srgbClr val="11161D"/>
                </a:solidFill>
                <a:latin typeface="Arial"/>
                <a:ea typeface="Arial"/>
                <a:cs typeface="Arial"/>
              </a:defRPr>
            </a:lvl2pPr>
            <a:lvl3pPr>
              <a:defRPr sz="1950" b="0">
                <a:solidFill>
                  <a:srgbClr val="11161D"/>
                </a:solidFill>
                <a:latin typeface="Arial"/>
                <a:ea typeface="Arial"/>
                <a:cs typeface="Arial"/>
              </a:defRPr>
            </a:lvl3pPr>
            <a:lvl4pPr>
              <a:defRPr sz="1950" b="0">
                <a:solidFill>
                  <a:srgbClr val="11161D"/>
                </a:solidFill>
                <a:latin typeface="Arial"/>
                <a:ea typeface="Arial"/>
                <a:cs typeface="Arial"/>
              </a:defRPr>
            </a:lvl4pPr>
            <a:lvl5pPr>
              <a:defRPr sz="1950" b="0">
                <a:solidFill>
                  <a:srgbClr val="11161D"/>
                </a:solidFill>
                <a:latin typeface="Arial"/>
                <a:ea typeface="Arial"/>
                <a:cs typeface="Arial"/>
              </a:defRPr>
            </a:lvl5pPr>
            <a:lvl6pPr>
              <a:defRPr sz="1950" b="0">
                <a:solidFill>
                  <a:srgbClr val="11161D"/>
                </a:solidFill>
                <a:latin typeface="Arial"/>
                <a:ea typeface="Arial"/>
                <a:cs typeface="Arial"/>
              </a:defRPr>
            </a:lvl6pPr>
            <a:lvl7pPr>
              <a:defRPr sz="1950" b="0">
                <a:solidFill>
                  <a:srgbClr val="11161D"/>
                </a:solidFill>
                <a:latin typeface="Arial"/>
                <a:ea typeface="Arial"/>
                <a:cs typeface="Arial"/>
              </a:defRPr>
            </a:lvl7pPr>
            <a:lvl8pPr>
              <a:defRPr sz="1950" b="0">
                <a:solidFill>
                  <a:srgbClr val="11161D"/>
                </a:solidFill>
                <a:latin typeface="Arial"/>
                <a:ea typeface="Arial"/>
                <a:cs typeface="Arial"/>
              </a:defRPr>
            </a:lvl8pPr>
            <a:lvl9pPr>
              <a:defRPr sz="1950" b="0">
                <a:solidFill>
                  <a:srgbClr val="11161D"/>
                </a:solidFill>
                <a:latin typeface="Arial"/>
                <a:ea typeface="Arial"/>
                <a:cs typeface="Arial"/>
              </a:defRPr>
            </a:lvl9pPr>
          </a:lstStyle>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Agent37 deployment, verified campus data</a:t>
            </a:r>
          </a:p>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and smarter grouping of issue reports</a:t>
            </a:r>
          </a:p>
        </p:txBody>
      </p:sp>
    </p:spTree>
    <p:extLst>
      <p:ext uri="{BB962C8B-B14F-4D97-AF65-F5344CB8AC3E}">
        <p14:creationId xmlns:p14="http://schemas.microsoft.com/office/powerpoint/2010/main" val="16469869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2026-10-25T00:17:13.6150000Z</dcterms:created>
  <dcterms:modified xsi:type="dcterms:W3CDTF">2026-10-25T00:17:13.6160000Z</dcterms:modified>
</coreProperties>
</file>