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40c95bd363495c" /><Relationship Type="http://schemas.openxmlformats.org/officeDocument/2006/relationships/extended-properties" Target="/docProps/app.xml" Id="R35960b326bfc4e38" /><Relationship Type="http://schemas.openxmlformats.org/officeDocument/2006/relationships/officeDocument" Target="/ppt/presentation.xml" Id="Re000aaacdf124d91" /></Relationships>
</file>

<file path=ppt/presentation.xml><?xml version="1.0" encoding="utf-8"?>
<p:presentation xmlns:p="http://schemas.openxmlformats.org/presentationml/2006/main">
  <p:sldMasterIdLst>
    <p:sldMasterId xmlns:r="http://schemas.openxmlformats.org/officeDocument/2006/relationships" id="2147483648" r:id="R02e35ba500a64a2b"/>
  </p:sldMasterIdLst>
  <p:notesMasterIdLst>
    <p:notesMasterId xmlns:r="http://schemas.openxmlformats.org/officeDocument/2006/relationships" r:id="Rf5d177b042314668"/>
  </p:notesMasterIdLst>
  <p:sldIdLst>
    <p:sldId xmlns:r="http://schemas.openxmlformats.org/officeDocument/2006/relationships" id="256" r:id="Rd080c5f27e6b4c4f"/>
    <p:sldId xmlns:r="http://schemas.openxmlformats.org/officeDocument/2006/relationships" id="257" r:id="Rd5c6cda3aff04d0d"/>
    <p:sldId xmlns:r="http://schemas.openxmlformats.org/officeDocument/2006/relationships" id="258" r:id="R2eee6e6cdf4749ef"/>
    <p:sldId xmlns:r="http://schemas.openxmlformats.org/officeDocument/2006/relationships" id="259" r:id="R309acb21faee481a"/>
    <p:sldId xmlns:r="http://schemas.openxmlformats.org/officeDocument/2006/relationships" id="260" r:id="R5f7245b167914795"/>
    <p:sldId xmlns:r="http://schemas.openxmlformats.org/officeDocument/2006/relationships" id="261" r:id="R61bc28862ca246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2b8cc65e174d46" /><Relationship Type="http://schemas.openxmlformats.org/officeDocument/2006/relationships/slideMaster" Target="/ppt/slideMasters/slideMaster1.xml" Id="R02e35ba500a64a2b" /><Relationship Type="http://schemas.openxmlformats.org/officeDocument/2006/relationships/notesMaster" Target="/ppt/notesMasters/notesMaster1.xml" Id="Rf5d177b042314668" /><Relationship Type="http://schemas.openxmlformats.org/officeDocument/2006/relationships/presProps" Target="/ppt/presProps.xml" Id="R30f1935f1cbe4379" /><Relationship Type="http://schemas.openxmlformats.org/officeDocument/2006/relationships/tableStyles" Target="/ppt/tableStyles.xml" Id="R109adb0fc55246d1" /><Relationship Type="http://schemas.openxmlformats.org/officeDocument/2006/relationships/slide" Target="/ppt/slides/slide1.xml" Id="Rd080c5f27e6b4c4f" /><Relationship Type="http://schemas.openxmlformats.org/officeDocument/2006/relationships/slide" Target="/ppt/slides/slide2.xml" Id="Rd5c6cda3aff04d0d" /><Relationship Type="http://schemas.openxmlformats.org/officeDocument/2006/relationships/slide" Target="/ppt/slides/slide3.xml" Id="R2eee6e6cdf4749ef" /><Relationship Type="http://schemas.openxmlformats.org/officeDocument/2006/relationships/slide" Target="/ppt/slides/slide4.xml" Id="R309acb21faee481a" /><Relationship Type="http://schemas.openxmlformats.org/officeDocument/2006/relationships/slide" Target="/ppt/slides/slide5.xml" Id="R5f7245b167914795" /><Relationship Type="http://schemas.openxmlformats.org/officeDocument/2006/relationships/slide" Target="/ppt/slides/slide6.xml" Id="R61bc28862ca246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f37ef00c3444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3a76b2f2a64b97" /><Relationship Type="http://schemas.openxmlformats.org/officeDocument/2006/relationships/notesMaster" Target="/ppt/notesMasters/notesMaster1.xml" Id="R6abb72fe534342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c127f2302b4ead" /><Relationship Type="http://schemas.openxmlformats.org/officeDocument/2006/relationships/notesMaster" Target="/ppt/notesMasters/notesMaster1.xml" Id="R7b6cc392058b4e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3e1552ca394648" /><Relationship Type="http://schemas.openxmlformats.org/officeDocument/2006/relationships/notesMaster" Target="/ppt/notesMasters/notesMaster1.xml" Id="R77da0678a67447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2e2089abfd4cc5" /><Relationship Type="http://schemas.openxmlformats.org/officeDocument/2006/relationships/notesMaster" Target="/ppt/notesMasters/notesMaster1.xml" Id="Rebdbf53056384c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f4a2b387ee4d5b" /><Relationship Type="http://schemas.openxmlformats.org/officeDocument/2006/relationships/notesMaster" Target="/ppt/notesMasters/notesMaster1.xml" Id="Rdd0d28d1963648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0555ee45624b1d" /><Relationship Type="http://schemas.openxmlformats.org/officeDocument/2006/relationships/notesMaster" Target="/ppt/notesMasters/notesMaster1.xml" Id="R99107de62d814a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PrismCampus is built by CrystalX, a solo team: Chiranth B K. Open with the first-day student experience. The app brings timetable context, campus places and an assistant into one Android experience. Campus photograph source: https://www.iitg.ac.in/necbh/slider/slider3.jpg and https://www.iitg.ac.in/necbh/. This photograph illustrates the campus, not a screenshot or proof of PrismCampus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users are first-year students, new students joining a campus and visitors who do not know the building or room naming system. Current alternatives each solve one part: a message group shares an update, a timetable image lists classes, and a map locates a building. PrismCampus connects these tasks with a saved campus package. This is a problem hypothesis based on the described onboarding scenario, not a completed survey or measured time-saving claim. No invented user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is a spoken or typed question, or an uploaded timetable image. Deterministic campus commands use saved schedule and location data. General online questions use Gemini. Offline general questions use Qwen2.5-0.5B-Instruct running through the Android native inference integration. Timetable OCR uses ML Kit. Python and SQLite serve campus packages and the admin dashboard, including over reachable local Wi-Fi. An existing Android project and AI/voice foundations predated the latest work. BUILD additions presented here are the reviewed website onboarding wizard, import validation and persistent campus ID packages, session-only chat, UI polish and separate IITG rehearsal data developed in this project session. Disclose all pre-existing code and AI-assisted implementation in the final submission. Agent37 cloud deployment and Agent37 agent-driven extraction are pending. Nodus extraction is optional and has not been verified with live credentials.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actual app for the demonstration, rather than reading these steps. Begin with the explicit IITG_DEMO preset, explain that it is a separate offline rehearsal package, then select a weekday in Schedule if there is no class at the current time. Ask for the next class, open Schedule and Map, and show tab navigation retaining the current chat. For the offline general-AI demonstration, disable public internet and ask Explain Ohm’s law; 8+5 uses the instant arithmetic path and does not demonstrate Qwen inference. Speak only in a supported language configured on the phone. Close and reopen the app to show a fresh chat. Do not claim a measured response latency or a new phone test until demonstrated. Evidence: project Gradle run :app:testDebugUnitTest :app:assembleDebug --offline completed successfully on 25 October 2026; 30 tests, zero failures, in app/build/test-results/testDebugUnitTest. APK: app/build/outputs/apk/debug/app-debug.apk. The new DemoBackupTest checks the separate ID, valid campus coordinate bounds, known room references and disabled routing for unknown lab rooms. No Android device was connected for testing the latest UI build. Existing user feedback reports functioning online and offline voice, but it is not a fresh device benchmark. IITG JSON has 14 first-year groups and 18 map places. Theory expansion is provisional because the official department 2026 PDF contains a stale 2025 slot-grid caption. Floors, some room/building associations and all unspecified lab locations need verification. Agent37 hosting, Agent37 agent-driven extraction and live Nodus inference remain pending credentials/deployment. No mocked screen is shown as actual app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thoughtful integration is campus context plus explicit response routing, not a claim that voice assistants or offline language models are new. A generic chatbot may need a network and lack the student’s saved timetable. A map alone does not know the next class. PrismCampus uses local deterministic rules for supported commands before escalating general questions. Qwen runs on the Android device for offline general help. The runtime memory monitor reports app process PSS when available against a 1024 MiB app memory budget; this is checked at runtime and is not an OS-enforced ceiling. Do not claim every workflow stays below 1 GB or use model file size as a RAM measurement. One concrete challenge was tab-level state discarding chat. A shared ChatSession above the tab screens fixed tab navigation. The current version removes disk persistence so a new app session starts fresh. Temporary backgrounding retains the session. Core technologies already existed as foundations; explain the implementation choices and latest fixes honestly.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Potential users include new students, visitors and campus administrators at other colleges. The expected value is less searching across separate channels and continued access to downloaded campus information. This is a proposed value, not a measured adoption or productivity result. Next: deploy the backend registry on the selected Agent37 instance with persistent storage, authentication and a public HTTPS port, configure the Android registry address, verify the real college room and GPS data and rehearse both internet and reachable local Wi-Fi flows. Provisioning a Hermes instance or adding an API key alone does not deploy the server or connect the Hermes agent to extraction. Keep optional Nodus extraction available but disclose that live invocation is unverified until credentials are tested. Maintenance-report semantic grouping and the full admin announcement/override redesign are further unfinished work and should not be presented as completed. Production readiness needs a campus data owner, authorized current source data, update cadence, security review, accessible UX and device tests, followed by a student pilot. Official timetable: https://www.iitg.ac.in/acad/pdfs/ctt/1st_year_timetable_classroom.pdf. Slot-grid caveat: https://www.iitg.ac.in/chemeng/pdf/time_table_july_nov_2026.pdf. Map data: OpenStreetMap contributors, ODbL 1.0. Local evidence: server/IITG_DEMO.md and app/src/main/assets/iitg_demo_pack.json.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a5556888da4f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389ed9a327443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8a9893ac93343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c821ba5ae314c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39aacc358464f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63432bd0a842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27FB3D-367D-40D1-995A-E5E3D5147C9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158CE0-F0D0-4A70-95BC-C86946F1BB3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3EFE243-CF54-4537-A6B8-05331E5CC3B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48823F-8FFB-484E-8930-C76B46E895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8D3B89-08E2-45FA-BE11-7DCA35FAE7D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700566F-A7A2-4FCE-AAAE-60601A84B7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04F431-B1BD-4F3B-B4B8-7A1D204433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24CCB9-9F92-4042-AF6D-EBBE48A9EF9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FC229F-22A8-43ED-A1EE-2AA05864D9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F23F0C-031F-4A55-A216-8A42219DF4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46d948fd5f4bd0" /><Relationship Type="http://schemas.openxmlformats.org/officeDocument/2006/relationships/slideLayout" Target="/ppt/slideLayouts/slideLayout1.xml" Id="Rc8517bfed4bd4430" /><Relationship Type="http://schemas.openxmlformats.org/officeDocument/2006/relationships/slideLayout" Target="/ppt/slideLayouts/slideLayout2.xml" Id="Rdc261ba271da47bf" /><Relationship Type="http://schemas.openxmlformats.org/officeDocument/2006/relationships/slideLayout" Target="/ppt/slideLayouts/slideLayout3.xml" Id="R1e0c396b57be408d" /><Relationship Type="http://schemas.openxmlformats.org/officeDocument/2006/relationships/slideLayout" Target="/ppt/slideLayouts/slideLayout4.xml" Id="R40073ed411a74cb8" /><Relationship Type="http://schemas.openxmlformats.org/officeDocument/2006/relationships/slideLayout" Target="/ppt/slideLayouts/slideLayout5.xml" Id="R9c3456ce61bb454a" /><Relationship Type="http://schemas.openxmlformats.org/officeDocument/2006/relationships/slideLayout" Target="/ppt/slideLayouts/slideLayout6.xml" Id="Rcf917621b7f241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517bfed4bd4430"/>
    <p:sldLayoutId xmlns:r="http://schemas.openxmlformats.org/officeDocument/2006/relationships" id="2147483650" r:id="Rdc261ba271da47bf"/>
    <p:sldLayoutId xmlns:r="http://schemas.openxmlformats.org/officeDocument/2006/relationships" id="2147483651" r:id="R1e0c396b57be408d"/>
    <p:sldLayoutId xmlns:r="http://schemas.openxmlformats.org/officeDocument/2006/relationships" id="2147483652" r:id="R40073ed411a74cb8"/>
    <p:sldLayoutId xmlns:r="http://schemas.openxmlformats.org/officeDocument/2006/relationships" id="2147483653" r:id="R9c3456ce61bb454a"/>
    <p:sldLayoutId xmlns:r="http://schemas.openxmlformats.org/officeDocument/2006/relationships" id="2147483654" r:id="Rcf917621b7f241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1f22b1b422545ed" /><Relationship Type="http://schemas.openxmlformats.org/officeDocument/2006/relationships/notesSlide" Target="/ppt/notesSlides/notesSlide1.xml" Id="R3167ac2d7c7348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67909dea9c641f4" /><Relationship Type="http://schemas.openxmlformats.org/officeDocument/2006/relationships/notesSlide" Target="/ppt/notesSlides/notesSlide2.xml" Id="R69854756a3ec49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50b7ce3277f47c9" /><Relationship Type="http://schemas.openxmlformats.org/officeDocument/2006/relationships/notesSlide" Target="/ppt/notesSlides/notesSlide3.xml" Id="Rde0e98de94ad4b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20b67c978404e0b" /><Relationship Type="http://schemas.openxmlformats.org/officeDocument/2006/relationships/notesSlide" Target="/ppt/notesSlides/notesSlide4.xml" Id="R075db6f00e3e4b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0c83b7081fe4e8a" /><Relationship Type="http://schemas.openxmlformats.org/officeDocument/2006/relationships/notesSlide" Target="/ppt/notesSlides/notesSlide5.xml" Id="R64913142fd584d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7fe4f63105b440e" /><Relationship Type="http://schemas.openxmlformats.org/officeDocument/2006/relationships/notesSlide" Target="/ppt/notesSlides/notesSlide6.xml" Id="Re78d8482730c4508" /></Relationships>
</file>

<file path=ppt/slides/slide1.xml><?xml version="1.0" encoding="utf-8"?>
<p:sld xmlns:p="http://schemas.openxmlformats.org/presentationml/2006/main">
  <p:cSld>
    <p:bg>
      <p:bgPr>
        <a:solidFill xmlns:a="http://schemas.openxmlformats.org/drawingml/2006/main">
          <a:srgbClr val="A54028"/>
        </a:solidFill>
      </p:bgPr>
    </p:bg>
    <p:spTree>
      <p:nvGrpSpPr>
        <p:cNvPr id="1" name=""/>
        <p:cNvGrpSpPr/>
        <p:nvPr/>
      </p:nvGrpSpPr>
      <p:grpSpPr>
        <a:xfrm xmlns:a="http://schemas.openxmlformats.org/drawingml/2006/main"/>
      </p:grpSpPr>
      <p:sp>
        <p:nvSpPr>
          <p:cNvPr id="8" name="CrystalX / PrismCampus">
            <a:extLst xmlns:a="http://schemas.openxmlformats.org/drawingml/2006/main">
              <a:ext uri="{FF2B5EF4-FFF2-40B4-BE49-F238E27FC236}">
                <a16:creationId xmlns:a16="http://schemas.microsoft.com/office/drawing/2014/main" id="{3FB38B85-BD82-44C7-9B2C-E59083D29595}"/>
              </a:ext>
            </a:extLst>
          </p:cNvPr>
          <p:cNvSpPr>
            <a:spLocks xmlns:a="http://schemas.openxmlformats.org/drawingml/2006/main" noGrp="1"/>
          </p:cNvSpPr>
          <p:nvPr/>
        </p:nvSpPr>
        <p:spPr>
          <a:xfrm xmlns:a="http://schemas.openxmlformats.org/drawingml/2006/main">
            <a:off x="723900" y="642937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F4EDE0"/>
                </a:solidFill>
                <a:latin typeface="Arial"/>
                <a:ea typeface="Arial"/>
                <a:cs typeface="Arial"/>
              </a:defRPr>
            </a:defPPr>
            <a:lvl1pPr>
              <a:defRPr sz="1200" b="0">
                <a:solidFill>
                  <a:srgbClr val="F4EDE0"/>
                </a:solidFill>
                <a:latin typeface="Arial"/>
                <a:ea typeface="Arial"/>
                <a:cs typeface="Arial"/>
              </a:defRPr>
            </a:lvl1pPr>
            <a:lvl2pPr>
              <a:defRPr sz="1200" b="0">
                <a:solidFill>
                  <a:srgbClr val="F4EDE0"/>
                </a:solidFill>
                <a:latin typeface="Arial"/>
                <a:ea typeface="Arial"/>
                <a:cs typeface="Arial"/>
              </a:defRPr>
            </a:lvl2pPr>
            <a:lvl3pPr>
              <a:defRPr sz="1200" b="0">
                <a:solidFill>
                  <a:srgbClr val="F4EDE0"/>
                </a:solidFill>
                <a:latin typeface="Arial"/>
                <a:ea typeface="Arial"/>
                <a:cs typeface="Arial"/>
              </a:defRPr>
            </a:lvl3pPr>
            <a:lvl4pPr>
              <a:defRPr sz="1200" b="0">
                <a:solidFill>
                  <a:srgbClr val="F4EDE0"/>
                </a:solidFill>
                <a:latin typeface="Arial"/>
                <a:ea typeface="Arial"/>
                <a:cs typeface="Arial"/>
              </a:defRPr>
            </a:lvl4pPr>
            <a:lvl5pPr>
              <a:defRPr sz="1200" b="0">
                <a:solidFill>
                  <a:srgbClr val="F4EDE0"/>
                </a:solidFill>
                <a:latin typeface="Arial"/>
                <a:ea typeface="Arial"/>
                <a:cs typeface="Arial"/>
              </a:defRPr>
            </a:lvl5pPr>
            <a:lvl6pPr>
              <a:defRPr sz="1200" b="0">
                <a:solidFill>
                  <a:srgbClr val="F4EDE0"/>
                </a:solidFill>
                <a:latin typeface="Arial"/>
                <a:ea typeface="Arial"/>
                <a:cs typeface="Arial"/>
              </a:defRPr>
            </a:lvl6pPr>
            <a:lvl7pPr>
              <a:defRPr sz="1200" b="0">
                <a:solidFill>
                  <a:srgbClr val="F4EDE0"/>
                </a:solidFill>
                <a:latin typeface="Arial"/>
                <a:ea typeface="Arial"/>
                <a:cs typeface="Arial"/>
              </a:defRPr>
            </a:lvl7pPr>
            <a:lvl8pPr>
              <a:defRPr sz="1200" b="0">
                <a:solidFill>
                  <a:srgbClr val="F4EDE0"/>
                </a:solidFill>
                <a:latin typeface="Arial"/>
                <a:ea typeface="Arial"/>
                <a:cs typeface="Arial"/>
              </a:defRPr>
            </a:lvl8pPr>
            <a:lvl9pPr>
              <a:defRPr sz="1200" b="0">
                <a:solidFill>
                  <a:srgbClr val="F4EDE0"/>
                </a:solidFill>
                <a:latin typeface="Arial"/>
                <a:ea typeface="Arial"/>
                <a:cs typeface="Arial"/>
              </a:defRPr>
            </a:lvl9pPr>
          </a:lstStyle>
          <a:p xmlns:a="http://schemas.openxmlformats.org/drawingml/2006/main">
            <a:pPr>
              <a:defRPr sz="1200" b="0">
                <a:solidFill>
                  <a:srgbClr val="F4EDE0"/>
                </a:solidFill>
                <a:latin typeface="Arial"/>
                <a:ea typeface="Arial"/>
                <a:cs typeface="Arial"/>
              </a:defRPr>
            </a:pPr>
            <a:r>
              <a:rPr sz="1200" b="0">
                <a:solidFill>
                  <a:srgbClr val="F4EDE0"/>
                </a:solidFill>
                <a:latin typeface="Arial"/>
                <a:ea typeface="Arial"/>
                <a:cs typeface="Arial"/>
              </a:rPr>
              <a:t>CrystalX / PrismCampus</a:t>
            </a:r>
          </a:p>
        </p:txBody>
      </p:sp>
      <p:sp>
        <p:nvSpPr>
          <p:cNvPr id="2" name="01">
            <a:extLst xmlns:a="http://schemas.openxmlformats.org/drawingml/2006/main">
              <a:ext uri="{FF2B5EF4-FFF2-40B4-BE49-F238E27FC236}">
                <a16:creationId xmlns:a16="http://schemas.microsoft.com/office/drawing/2014/main" id="{E58B8C79-1D59-417B-8AAE-DD8FDE423A14}"/>
              </a:ext>
            </a:extLst>
          </p:cNvPr>
          <p:cNvSpPr>
            <a:spLocks xmlns:a="http://schemas.openxmlformats.org/drawingml/2006/main" noGrp="1"/>
          </p:cNvSpPr>
          <p:nvPr/>
        </p:nvSpPr>
        <p:spPr>
          <a:xfrm xmlns:a="http://schemas.openxmlformats.org/drawingml/2006/main">
            <a:off x="11001375" y="64103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F4EDE0"/>
                </a:solidFill>
                <a:latin typeface="Arial"/>
                <a:ea typeface="Arial"/>
                <a:cs typeface="Arial"/>
              </a:defRPr>
            </a:defPPr>
            <a:lvl1pPr>
              <a:defRPr sz="1425" b="0">
                <a:solidFill>
                  <a:srgbClr val="F4EDE0"/>
                </a:solidFill>
                <a:latin typeface="Arial"/>
                <a:ea typeface="Arial"/>
                <a:cs typeface="Arial"/>
              </a:defRPr>
            </a:lvl1pPr>
            <a:lvl2pPr>
              <a:defRPr sz="1425" b="0">
                <a:solidFill>
                  <a:srgbClr val="F4EDE0"/>
                </a:solidFill>
                <a:latin typeface="Arial"/>
                <a:ea typeface="Arial"/>
                <a:cs typeface="Arial"/>
              </a:defRPr>
            </a:lvl2pPr>
            <a:lvl3pPr>
              <a:defRPr sz="1425" b="0">
                <a:solidFill>
                  <a:srgbClr val="F4EDE0"/>
                </a:solidFill>
                <a:latin typeface="Arial"/>
                <a:ea typeface="Arial"/>
                <a:cs typeface="Arial"/>
              </a:defRPr>
            </a:lvl3pPr>
            <a:lvl4pPr>
              <a:defRPr sz="1425" b="0">
                <a:solidFill>
                  <a:srgbClr val="F4EDE0"/>
                </a:solidFill>
                <a:latin typeface="Arial"/>
                <a:ea typeface="Arial"/>
                <a:cs typeface="Arial"/>
              </a:defRPr>
            </a:lvl4pPr>
            <a:lvl5pPr>
              <a:defRPr sz="1425" b="0">
                <a:solidFill>
                  <a:srgbClr val="F4EDE0"/>
                </a:solidFill>
                <a:latin typeface="Arial"/>
                <a:ea typeface="Arial"/>
                <a:cs typeface="Arial"/>
              </a:defRPr>
            </a:lvl5pPr>
            <a:lvl6pPr>
              <a:defRPr sz="1425" b="0">
                <a:solidFill>
                  <a:srgbClr val="F4EDE0"/>
                </a:solidFill>
                <a:latin typeface="Arial"/>
                <a:ea typeface="Arial"/>
                <a:cs typeface="Arial"/>
              </a:defRPr>
            </a:lvl6pPr>
            <a:lvl7pPr>
              <a:defRPr sz="1425" b="0">
                <a:solidFill>
                  <a:srgbClr val="F4EDE0"/>
                </a:solidFill>
                <a:latin typeface="Arial"/>
                <a:ea typeface="Arial"/>
                <a:cs typeface="Arial"/>
              </a:defRPr>
            </a:lvl7pPr>
            <a:lvl8pPr>
              <a:defRPr sz="1425" b="0">
                <a:solidFill>
                  <a:srgbClr val="F4EDE0"/>
                </a:solidFill>
                <a:latin typeface="Arial"/>
                <a:ea typeface="Arial"/>
                <a:cs typeface="Arial"/>
              </a:defRPr>
            </a:lvl8pPr>
            <a:lvl9pPr>
              <a:defRPr sz="1425" b="0">
                <a:solidFill>
                  <a:srgbClr val="F4EDE0"/>
                </a:solidFill>
                <a:latin typeface="Arial"/>
                <a:ea typeface="Arial"/>
                <a:cs typeface="Arial"/>
              </a:defRPr>
            </a:lvl9pPr>
          </a:lstStyle>
          <a:p xmlns:a="http://schemas.openxmlformats.org/drawingml/2006/main">
            <a:pPr>
              <a:defRPr sz="1425" b="0">
                <a:solidFill>
                  <a:srgbClr val="F4EDE0"/>
                </a:solidFill>
                <a:latin typeface="Arial"/>
                <a:ea typeface="Arial"/>
                <a:cs typeface="Arial"/>
              </a:defRPr>
            </a:pPr>
            <a:r>
              <a:rPr sz="1425" b="0">
                <a:solidFill>
                  <a:srgbClr val="F4EDE0"/>
                </a:solidFill>
                <a:latin typeface="Arial"/>
                <a:ea typeface="Arial"/>
                <a:cs typeface="Arial"/>
              </a:rPr>
              <a:t>01</a:t>
            </a:r>
          </a:p>
        </p:txBody>
      </p:sp>
      <p:sp>
        <p:nvSpPr>
          <p:cNvPr id="3" name="BUILD 2026 / CRYSTALX">
            <a:extLst xmlns:a="http://schemas.openxmlformats.org/drawingml/2006/main">
              <a:ext uri="{FF2B5EF4-FFF2-40B4-BE49-F238E27FC236}">
                <a16:creationId xmlns:a16="http://schemas.microsoft.com/office/drawing/2014/main" id="{ED3879F1-4291-41AE-8E55-88A7295C26D0}"/>
              </a:ext>
            </a:extLst>
          </p:cNvPr>
          <p:cNvSpPr>
            <a:spLocks xmlns:a="http://schemas.openxmlformats.org/drawingml/2006/main" noGrp="1"/>
          </p:cNvSpPr>
          <p:nvPr/>
        </p:nvSpPr>
        <p:spPr>
          <a:xfrm xmlns:a="http://schemas.openxmlformats.org/drawingml/2006/main">
            <a:off x="723900" y="5524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F4EDE0"/>
                </a:solidFill>
                <a:latin typeface="Arial"/>
                <a:ea typeface="Arial"/>
                <a:cs typeface="Arial"/>
              </a:defRPr>
            </a:defPPr>
            <a:lvl1pPr>
              <a:defRPr sz="1650" b="1">
                <a:solidFill>
                  <a:srgbClr val="F4EDE0"/>
                </a:solidFill>
                <a:latin typeface="Arial"/>
                <a:ea typeface="Arial"/>
                <a:cs typeface="Arial"/>
              </a:defRPr>
            </a:lvl1pPr>
            <a:lvl2pPr>
              <a:defRPr sz="1650" b="1">
                <a:solidFill>
                  <a:srgbClr val="F4EDE0"/>
                </a:solidFill>
                <a:latin typeface="Arial"/>
                <a:ea typeface="Arial"/>
                <a:cs typeface="Arial"/>
              </a:defRPr>
            </a:lvl2pPr>
            <a:lvl3pPr>
              <a:defRPr sz="1650" b="1">
                <a:solidFill>
                  <a:srgbClr val="F4EDE0"/>
                </a:solidFill>
                <a:latin typeface="Arial"/>
                <a:ea typeface="Arial"/>
                <a:cs typeface="Arial"/>
              </a:defRPr>
            </a:lvl3pPr>
            <a:lvl4pPr>
              <a:defRPr sz="1650" b="1">
                <a:solidFill>
                  <a:srgbClr val="F4EDE0"/>
                </a:solidFill>
                <a:latin typeface="Arial"/>
                <a:ea typeface="Arial"/>
                <a:cs typeface="Arial"/>
              </a:defRPr>
            </a:lvl4pPr>
            <a:lvl5pPr>
              <a:defRPr sz="1650" b="1">
                <a:solidFill>
                  <a:srgbClr val="F4EDE0"/>
                </a:solidFill>
                <a:latin typeface="Arial"/>
                <a:ea typeface="Arial"/>
                <a:cs typeface="Arial"/>
              </a:defRPr>
            </a:lvl5pPr>
            <a:lvl6pPr>
              <a:defRPr sz="1650" b="1">
                <a:solidFill>
                  <a:srgbClr val="F4EDE0"/>
                </a:solidFill>
                <a:latin typeface="Arial"/>
                <a:ea typeface="Arial"/>
                <a:cs typeface="Arial"/>
              </a:defRPr>
            </a:lvl6pPr>
            <a:lvl7pPr>
              <a:defRPr sz="1650" b="1">
                <a:solidFill>
                  <a:srgbClr val="F4EDE0"/>
                </a:solidFill>
                <a:latin typeface="Arial"/>
                <a:ea typeface="Arial"/>
                <a:cs typeface="Arial"/>
              </a:defRPr>
            </a:lvl7pPr>
            <a:lvl8pPr>
              <a:defRPr sz="1650" b="1">
                <a:solidFill>
                  <a:srgbClr val="F4EDE0"/>
                </a:solidFill>
                <a:latin typeface="Arial"/>
                <a:ea typeface="Arial"/>
                <a:cs typeface="Arial"/>
              </a:defRPr>
            </a:lvl8pPr>
            <a:lvl9pPr>
              <a:defRPr sz="1650" b="1">
                <a:solidFill>
                  <a:srgbClr val="F4EDE0"/>
                </a:solidFill>
                <a:latin typeface="Arial"/>
                <a:ea typeface="Arial"/>
                <a:cs typeface="Arial"/>
              </a:defRPr>
            </a:lvl9pPr>
          </a:lstStyle>
          <a:p xmlns:a="http://schemas.openxmlformats.org/drawingml/2006/main">
            <a:pPr>
              <a:defRPr sz="1650" b="1">
                <a:solidFill>
                  <a:srgbClr val="F4EDE0"/>
                </a:solidFill>
                <a:latin typeface="Arial"/>
                <a:ea typeface="Arial"/>
                <a:cs typeface="Arial"/>
              </a:defRPr>
            </a:pPr>
            <a:r>
              <a:rPr sz="1650" b="1">
                <a:solidFill>
                  <a:srgbClr val="F4EDE0"/>
                </a:solidFill>
                <a:latin typeface="Arial"/>
                <a:ea typeface="Arial"/>
                <a:cs typeface="Arial"/>
              </a:rPr>
              <a:t>BUILD 2026 / CRYSTALX</a:t>
            </a:r>
          </a:p>
        </p:txBody>
      </p:sp>
      <p:sp>
        <p:nvSpPr>
          <p:cNvPr id="4" name="PrismCampus">
            <a:extLst xmlns:a="http://schemas.openxmlformats.org/drawingml/2006/main">
              <a:ext uri="{FF2B5EF4-FFF2-40B4-BE49-F238E27FC236}">
                <a16:creationId xmlns:a16="http://schemas.microsoft.com/office/drawing/2014/main" id="{E5B944A0-F249-492E-BAE6-0EEEE512C10E}"/>
              </a:ext>
            </a:extLst>
          </p:cNvPr>
          <p:cNvSpPr>
            <a:spLocks xmlns:a="http://schemas.openxmlformats.org/drawingml/2006/main" noGrp="1"/>
          </p:cNvSpPr>
          <p:nvPr/>
        </p:nvSpPr>
        <p:spPr>
          <a:xfrm xmlns:a="http://schemas.openxmlformats.org/drawingml/2006/main">
            <a:off x="666750" y="1209675"/>
            <a:ext cx="1076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0" b="0">
                <a:solidFill>
                  <a:srgbClr val="FFFAEF"/>
                </a:solidFill>
                <a:latin typeface="Georgia"/>
                <a:ea typeface="Georgia"/>
                <a:cs typeface="Georgia"/>
              </a:defRPr>
            </a:defPPr>
            <a:lvl1pPr>
              <a:defRPr sz="7500" b="0">
                <a:solidFill>
                  <a:srgbClr val="FFFAEF"/>
                </a:solidFill>
                <a:latin typeface="Georgia"/>
                <a:ea typeface="Georgia"/>
                <a:cs typeface="Georgia"/>
              </a:defRPr>
            </a:lvl1pPr>
            <a:lvl2pPr>
              <a:defRPr sz="7500" b="0">
                <a:solidFill>
                  <a:srgbClr val="FFFAEF"/>
                </a:solidFill>
                <a:latin typeface="Georgia"/>
                <a:ea typeface="Georgia"/>
                <a:cs typeface="Georgia"/>
              </a:defRPr>
            </a:lvl2pPr>
            <a:lvl3pPr>
              <a:defRPr sz="7500" b="0">
                <a:solidFill>
                  <a:srgbClr val="FFFAEF"/>
                </a:solidFill>
                <a:latin typeface="Georgia"/>
                <a:ea typeface="Georgia"/>
                <a:cs typeface="Georgia"/>
              </a:defRPr>
            </a:lvl3pPr>
            <a:lvl4pPr>
              <a:defRPr sz="7500" b="0">
                <a:solidFill>
                  <a:srgbClr val="FFFAEF"/>
                </a:solidFill>
                <a:latin typeface="Georgia"/>
                <a:ea typeface="Georgia"/>
                <a:cs typeface="Georgia"/>
              </a:defRPr>
            </a:lvl4pPr>
            <a:lvl5pPr>
              <a:defRPr sz="7500" b="0">
                <a:solidFill>
                  <a:srgbClr val="FFFAEF"/>
                </a:solidFill>
                <a:latin typeface="Georgia"/>
                <a:ea typeface="Georgia"/>
                <a:cs typeface="Georgia"/>
              </a:defRPr>
            </a:lvl5pPr>
            <a:lvl6pPr>
              <a:defRPr sz="7500" b="0">
                <a:solidFill>
                  <a:srgbClr val="FFFAEF"/>
                </a:solidFill>
                <a:latin typeface="Georgia"/>
                <a:ea typeface="Georgia"/>
                <a:cs typeface="Georgia"/>
              </a:defRPr>
            </a:lvl6pPr>
            <a:lvl7pPr>
              <a:defRPr sz="7500" b="0">
                <a:solidFill>
                  <a:srgbClr val="FFFAEF"/>
                </a:solidFill>
                <a:latin typeface="Georgia"/>
                <a:ea typeface="Georgia"/>
                <a:cs typeface="Georgia"/>
              </a:defRPr>
            </a:lvl7pPr>
            <a:lvl8pPr>
              <a:defRPr sz="7500" b="0">
                <a:solidFill>
                  <a:srgbClr val="FFFAEF"/>
                </a:solidFill>
                <a:latin typeface="Georgia"/>
                <a:ea typeface="Georgia"/>
                <a:cs typeface="Georgia"/>
              </a:defRPr>
            </a:lvl8pPr>
            <a:lvl9pPr>
              <a:defRPr sz="7500" b="0">
                <a:solidFill>
                  <a:srgbClr val="FFFAEF"/>
                </a:solidFill>
                <a:latin typeface="Georgia"/>
                <a:ea typeface="Georgia"/>
                <a:cs typeface="Georgia"/>
              </a:defRPr>
            </a:lvl9pPr>
          </a:lstStyle>
          <a:p xmlns:a="http://schemas.openxmlformats.org/drawingml/2006/main">
            <a:pPr>
              <a:defRPr sz="7500" b="0">
                <a:solidFill>
                  <a:srgbClr val="FFFAEF"/>
                </a:solidFill>
                <a:latin typeface="Georgia"/>
                <a:ea typeface="Georgia"/>
                <a:cs typeface="Georgia"/>
              </a:defRPr>
            </a:pPr>
            <a:r>
              <a:rPr sz="7500" b="0">
                <a:solidFill>
                  <a:srgbClr val="FFFAEF"/>
                </a:solidFill>
                <a:latin typeface="Georgia"/>
                <a:ea typeface="Georgia"/>
                <a:cs typeface="Georgia"/>
              </a:rPr>
              <a:t>PrismCampus</a:t>
            </a:r>
          </a:p>
        </p:txBody>
      </p:sp>
      <p:sp>
        <p:nvSpPr>
          <p:cNvPr id="5" name="A campus companion that helps students find c">
            <a:extLst xmlns:a="http://schemas.openxmlformats.org/drawingml/2006/main">
              <a:ext uri="{FF2B5EF4-FFF2-40B4-BE49-F238E27FC236}">
                <a16:creationId xmlns:a16="http://schemas.microsoft.com/office/drawing/2014/main" id="{43DA47E8-BAB1-45D4-9D8F-3A16D69ACC78}"/>
              </a:ext>
            </a:extLst>
          </p:cNvPr>
          <p:cNvSpPr>
            <a:spLocks xmlns:a="http://schemas.openxmlformats.org/drawingml/2006/main" noGrp="1"/>
          </p:cNvSpPr>
          <p:nvPr/>
        </p:nvSpPr>
        <p:spPr>
          <a:xfrm xmlns:a="http://schemas.openxmlformats.org/drawingml/2006/main">
            <a:off x="742950" y="25431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4EDE0"/>
                </a:solidFill>
                <a:latin typeface="Arial"/>
                <a:ea typeface="Arial"/>
                <a:cs typeface="Arial"/>
              </a:defRPr>
            </a:defPPr>
            <a:lvl1pPr>
              <a:defRPr sz="2325" b="0">
                <a:solidFill>
                  <a:srgbClr val="F4EDE0"/>
                </a:solidFill>
                <a:latin typeface="Arial"/>
                <a:ea typeface="Arial"/>
                <a:cs typeface="Arial"/>
              </a:defRPr>
            </a:lvl1pPr>
            <a:lvl2pPr>
              <a:defRPr sz="2325" b="0">
                <a:solidFill>
                  <a:srgbClr val="F4EDE0"/>
                </a:solidFill>
                <a:latin typeface="Arial"/>
                <a:ea typeface="Arial"/>
                <a:cs typeface="Arial"/>
              </a:defRPr>
            </a:lvl2pPr>
            <a:lvl3pPr>
              <a:defRPr sz="2325" b="0">
                <a:solidFill>
                  <a:srgbClr val="F4EDE0"/>
                </a:solidFill>
                <a:latin typeface="Arial"/>
                <a:ea typeface="Arial"/>
                <a:cs typeface="Arial"/>
              </a:defRPr>
            </a:lvl3pPr>
            <a:lvl4pPr>
              <a:defRPr sz="2325" b="0">
                <a:solidFill>
                  <a:srgbClr val="F4EDE0"/>
                </a:solidFill>
                <a:latin typeface="Arial"/>
                <a:ea typeface="Arial"/>
                <a:cs typeface="Arial"/>
              </a:defRPr>
            </a:lvl4pPr>
            <a:lvl5pPr>
              <a:defRPr sz="2325" b="0">
                <a:solidFill>
                  <a:srgbClr val="F4EDE0"/>
                </a:solidFill>
                <a:latin typeface="Arial"/>
                <a:ea typeface="Arial"/>
                <a:cs typeface="Arial"/>
              </a:defRPr>
            </a:lvl5pPr>
            <a:lvl6pPr>
              <a:defRPr sz="2325" b="0">
                <a:solidFill>
                  <a:srgbClr val="F4EDE0"/>
                </a:solidFill>
                <a:latin typeface="Arial"/>
                <a:ea typeface="Arial"/>
                <a:cs typeface="Arial"/>
              </a:defRPr>
            </a:lvl6pPr>
            <a:lvl7pPr>
              <a:defRPr sz="2325" b="0">
                <a:solidFill>
                  <a:srgbClr val="F4EDE0"/>
                </a:solidFill>
                <a:latin typeface="Arial"/>
                <a:ea typeface="Arial"/>
                <a:cs typeface="Arial"/>
              </a:defRPr>
            </a:lvl7pPr>
            <a:lvl8pPr>
              <a:defRPr sz="2325" b="0">
                <a:solidFill>
                  <a:srgbClr val="F4EDE0"/>
                </a:solidFill>
                <a:latin typeface="Arial"/>
                <a:ea typeface="Arial"/>
                <a:cs typeface="Arial"/>
              </a:defRPr>
            </a:lvl8pPr>
            <a:lvl9pPr>
              <a:defRPr sz="2325" b="0">
                <a:solidFill>
                  <a:srgbClr val="F4EDE0"/>
                </a:solidFill>
                <a:latin typeface="Arial"/>
                <a:ea typeface="Arial"/>
                <a:cs typeface="Arial"/>
              </a:defRPr>
            </a:lvl9pPr>
          </a:lstStyle>
          <a:p xmlns:a="http://schemas.openxmlformats.org/drawingml/2006/main">
            <a:pPr>
              <a:defRPr sz="2325" b="0">
                <a:solidFill>
                  <a:srgbClr val="F4EDE0"/>
                </a:solidFill>
                <a:latin typeface="Arial"/>
                <a:ea typeface="Arial"/>
                <a:cs typeface="Arial"/>
              </a:defRPr>
            </a:pPr>
            <a:r>
              <a:rPr sz="2325" b="0">
                <a:solidFill>
                  <a:srgbClr val="F4EDE0"/>
                </a:solidFill>
                <a:latin typeface="Arial"/>
                <a:ea typeface="Arial"/>
                <a:cs typeface="Arial"/>
              </a:rPr>
              <a:t>A campus companion that helps students find classes</a:t>
            </a:r>
          </a:p>
          <a:p xmlns:a="http://schemas.openxmlformats.org/drawingml/2006/main">
            <a:pPr>
              <a:defRPr sz="2325" b="0">
                <a:solidFill>
                  <a:srgbClr val="F4EDE0"/>
                </a:solidFill>
                <a:latin typeface="Arial"/>
                <a:ea typeface="Arial"/>
                <a:cs typeface="Arial"/>
              </a:defRPr>
            </a:pPr>
            <a:r>
              <a:rPr sz="2325" b="0">
                <a:solidFill>
                  <a:srgbClr val="F4EDE0"/>
                </a:solidFill>
                <a:latin typeface="Arial"/>
                <a:ea typeface="Arial"/>
                <a:cs typeface="Arial"/>
              </a:rPr>
              <a:t>and get answers, online or offline.</a:t>
            </a:r>
          </a:p>
        </p:txBody>
      </p:sp>
      <p:sp>
        <p:nvSpPr>
          <p:cNvPr id="6" name="Chiranth B K">
            <a:extLst xmlns:a="http://schemas.openxmlformats.org/drawingml/2006/main">
              <a:ext uri="{FF2B5EF4-FFF2-40B4-BE49-F238E27FC236}">
                <a16:creationId xmlns:a16="http://schemas.microsoft.com/office/drawing/2014/main" id="{08C1D572-C72E-4C4A-973A-345C8B74BBEB}"/>
              </a:ext>
            </a:extLst>
          </p:cNvPr>
          <p:cNvSpPr>
            <a:spLocks xmlns:a="http://schemas.openxmlformats.org/drawingml/2006/main" noGrp="1"/>
          </p:cNvSpPr>
          <p:nvPr/>
        </p:nvSpPr>
        <p:spPr>
          <a:xfrm xmlns:a="http://schemas.openxmlformats.org/drawingml/2006/main">
            <a:off x="742950" y="3638550"/>
            <a:ext cx="781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FFFAEF"/>
                </a:solidFill>
                <a:latin typeface="Arial"/>
                <a:ea typeface="Arial"/>
                <a:cs typeface="Arial"/>
              </a:defRPr>
            </a:defPPr>
            <a:lvl1pPr>
              <a:defRPr sz="2400" b="1">
                <a:solidFill>
                  <a:srgbClr val="FFFAEF"/>
                </a:solidFill>
                <a:latin typeface="Arial"/>
                <a:ea typeface="Arial"/>
                <a:cs typeface="Arial"/>
              </a:defRPr>
            </a:lvl1pPr>
            <a:lvl2pPr>
              <a:defRPr sz="2400" b="1">
                <a:solidFill>
                  <a:srgbClr val="FFFAEF"/>
                </a:solidFill>
                <a:latin typeface="Arial"/>
                <a:ea typeface="Arial"/>
                <a:cs typeface="Arial"/>
              </a:defRPr>
            </a:lvl2pPr>
            <a:lvl3pPr>
              <a:defRPr sz="2400" b="1">
                <a:solidFill>
                  <a:srgbClr val="FFFAEF"/>
                </a:solidFill>
                <a:latin typeface="Arial"/>
                <a:ea typeface="Arial"/>
                <a:cs typeface="Arial"/>
              </a:defRPr>
            </a:lvl3pPr>
            <a:lvl4pPr>
              <a:defRPr sz="2400" b="1">
                <a:solidFill>
                  <a:srgbClr val="FFFAEF"/>
                </a:solidFill>
                <a:latin typeface="Arial"/>
                <a:ea typeface="Arial"/>
                <a:cs typeface="Arial"/>
              </a:defRPr>
            </a:lvl4pPr>
            <a:lvl5pPr>
              <a:defRPr sz="2400" b="1">
                <a:solidFill>
                  <a:srgbClr val="FFFAEF"/>
                </a:solidFill>
                <a:latin typeface="Arial"/>
                <a:ea typeface="Arial"/>
                <a:cs typeface="Arial"/>
              </a:defRPr>
            </a:lvl5pPr>
            <a:lvl6pPr>
              <a:defRPr sz="2400" b="1">
                <a:solidFill>
                  <a:srgbClr val="FFFAEF"/>
                </a:solidFill>
                <a:latin typeface="Arial"/>
                <a:ea typeface="Arial"/>
                <a:cs typeface="Arial"/>
              </a:defRPr>
            </a:lvl6pPr>
            <a:lvl7pPr>
              <a:defRPr sz="2400" b="1">
                <a:solidFill>
                  <a:srgbClr val="FFFAEF"/>
                </a:solidFill>
                <a:latin typeface="Arial"/>
                <a:ea typeface="Arial"/>
                <a:cs typeface="Arial"/>
              </a:defRPr>
            </a:lvl7pPr>
            <a:lvl8pPr>
              <a:defRPr sz="2400" b="1">
                <a:solidFill>
                  <a:srgbClr val="FFFAEF"/>
                </a:solidFill>
                <a:latin typeface="Arial"/>
                <a:ea typeface="Arial"/>
                <a:cs typeface="Arial"/>
              </a:defRPr>
            </a:lvl8pPr>
            <a:lvl9pPr>
              <a:defRPr sz="2400" b="1">
                <a:solidFill>
                  <a:srgbClr val="FFFAEF"/>
                </a:solidFill>
                <a:latin typeface="Arial"/>
                <a:ea typeface="Arial"/>
                <a:cs typeface="Arial"/>
              </a:defRPr>
            </a:lvl9pPr>
          </a:lstStyle>
          <a:p xmlns:a="http://schemas.openxmlformats.org/drawingml/2006/main">
            <a:pPr>
              <a:defRPr sz="2400" b="1">
                <a:solidFill>
                  <a:srgbClr val="FFFAEF"/>
                </a:solidFill>
                <a:latin typeface="Arial"/>
                <a:ea typeface="Arial"/>
                <a:cs typeface="Arial"/>
              </a:defRPr>
            </a:pPr>
            <a:r>
              <a:rPr sz="2400" b="1">
                <a:solidFill>
                  <a:srgbClr val="FFFAEF"/>
                </a:solidFill>
                <a:latin typeface="Arial"/>
                <a:ea typeface="Arial"/>
                <a:cs typeface="Arial"/>
              </a:rPr>
              <a:t>Chiranth B K</a:t>
            </a:r>
          </a:p>
        </p:txBody>
      </p:sp>
      <p:sp>
        <p:nvSpPr>
          <p:cNvPr id="7" name="Solo builder">
            <a:extLst xmlns:a="http://schemas.openxmlformats.org/drawingml/2006/main">
              <a:ext uri="{FF2B5EF4-FFF2-40B4-BE49-F238E27FC236}">
                <a16:creationId xmlns:a16="http://schemas.microsoft.com/office/drawing/2014/main" id="{8E55C56D-9EA3-4D1D-BFF7-9C75F72DAECF}"/>
              </a:ext>
            </a:extLst>
          </p:cNvPr>
          <p:cNvSpPr>
            <a:spLocks xmlns:a="http://schemas.openxmlformats.org/drawingml/2006/main" noGrp="1"/>
          </p:cNvSpPr>
          <p:nvPr/>
        </p:nvSpPr>
        <p:spPr>
          <a:xfrm xmlns:a="http://schemas.openxmlformats.org/drawingml/2006/main">
            <a:off x="742950" y="405765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F4EDE0"/>
                </a:solidFill>
                <a:latin typeface="Arial"/>
                <a:ea typeface="Arial"/>
                <a:cs typeface="Arial"/>
              </a:defRPr>
            </a:defPPr>
            <a:lvl1pPr>
              <a:defRPr sz="1575" b="0">
                <a:solidFill>
                  <a:srgbClr val="F4EDE0"/>
                </a:solidFill>
                <a:latin typeface="Arial"/>
                <a:ea typeface="Arial"/>
                <a:cs typeface="Arial"/>
              </a:defRPr>
            </a:lvl1pPr>
            <a:lvl2pPr>
              <a:defRPr sz="1575" b="0">
                <a:solidFill>
                  <a:srgbClr val="F4EDE0"/>
                </a:solidFill>
                <a:latin typeface="Arial"/>
                <a:ea typeface="Arial"/>
                <a:cs typeface="Arial"/>
              </a:defRPr>
            </a:lvl2pPr>
            <a:lvl3pPr>
              <a:defRPr sz="1575" b="0">
                <a:solidFill>
                  <a:srgbClr val="F4EDE0"/>
                </a:solidFill>
                <a:latin typeface="Arial"/>
                <a:ea typeface="Arial"/>
                <a:cs typeface="Arial"/>
              </a:defRPr>
            </a:lvl3pPr>
            <a:lvl4pPr>
              <a:defRPr sz="1575" b="0">
                <a:solidFill>
                  <a:srgbClr val="F4EDE0"/>
                </a:solidFill>
                <a:latin typeface="Arial"/>
                <a:ea typeface="Arial"/>
                <a:cs typeface="Arial"/>
              </a:defRPr>
            </a:lvl4pPr>
            <a:lvl5pPr>
              <a:defRPr sz="1575" b="0">
                <a:solidFill>
                  <a:srgbClr val="F4EDE0"/>
                </a:solidFill>
                <a:latin typeface="Arial"/>
                <a:ea typeface="Arial"/>
                <a:cs typeface="Arial"/>
              </a:defRPr>
            </a:lvl5pPr>
            <a:lvl6pPr>
              <a:defRPr sz="1575" b="0">
                <a:solidFill>
                  <a:srgbClr val="F4EDE0"/>
                </a:solidFill>
                <a:latin typeface="Arial"/>
                <a:ea typeface="Arial"/>
                <a:cs typeface="Arial"/>
              </a:defRPr>
            </a:lvl6pPr>
            <a:lvl7pPr>
              <a:defRPr sz="1575" b="0">
                <a:solidFill>
                  <a:srgbClr val="F4EDE0"/>
                </a:solidFill>
                <a:latin typeface="Arial"/>
                <a:ea typeface="Arial"/>
                <a:cs typeface="Arial"/>
              </a:defRPr>
            </a:lvl7pPr>
            <a:lvl8pPr>
              <a:defRPr sz="1575" b="0">
                <a:solidFill>
                  <a:srgbClr val="F4EDE0"/>
                </a:solidFill>
                <a:latin typeface="Arial"/>
                <a:ea typeface="Arial"/>
                <a:cs typeface="Arial"/>
              </a:defRPr>
            </a:lvl8pPr>
            <a:lvl9pPr>
              <a:defRPr sz="1575" b="0">
                <a:solidFill>
                  <a:srgbClr val="F4EDE0"/>
                </a:solidFill>
                <a:latin typeface="Arial"/>
                <a:ea typeface="Arial"/>
                <a:cs typeface="Arial"/>
              </a:defRPr>
            </a:lvl9pPr>
          </a:lstStyle>
          <a:p xmlns:a="http://schemas.openxmlformats.org/drawingml/2006/main">
            <a:pPr>
              <a:defRPr sz="1575" b="0">
                <a:solidFill>
                  <a:srgbClr val="F4EDE0"/>
                </a:solidFill>
                <a:latin typeface="Arial"/>
                <a:ea typeface="Arial"/>
                <a:cs typeface="Arial"/>
              </a:defRPr>
            </a:pPr>
            <a:r>
              <a:rPr sz="1575" b="0">
                <a:solidFill>
                  <a:srgbClr val="F4EDE0"/>
                </a:solidFill>
                <a:latin typeface="Arial"/>
                <a:ea typeface="Arial"/>
                <a:cs typeface="Arial"/>
              </a:rPr>
              <a:t>Solo builder</a:t>
            </a:r>
          </a:p>
        </p:txBody>
      </p:sp>
    </p:spTree>
    <p:extLst>
      <p:ext uri="{BB962C8B-B14F-4D97-AF65-F5344CB8AC3E}">
        <p14:creationId xmlns:p14="http://schemas.microsoft.com/office/powerpoint/2010/main" val="474648727"/>
      </p:ext>
    </p:extLst>
  </p:cSld>
</p:sld>
</file>

<file path=ppt/slides/slide2.xml><?xml version="1.0" encoding="utf-8"?>
<p:sld xmlns:p="http://schemas.openxmlformats.org/presentationml/2006/main">
  <p:cSld>
    <p:bg>
      <p:bgPr>
        <a:solidFill xmlns:a="http://schemas.openxmlformats.org/drawingml/2006/main">
          <a:srgbClr val="F4EDE0"/>
        </a:solidFill>
      </p:bgPr>
    </p:bg>
    <p:spTree>
      <p:nvGrpSpPr>
        <p:cNvPr id="1" name=""/>
        <p:cNvGrpSpPr/>
        <p:nvPr/>
      </p:nvGrpSpPr>
      <p:grpSpPr>
        <a:xfrm xmlns:a="http://schemas.openxmlformats.org/drawingml/2006/main"/>
      </p:grpSpPr>
      <p:sp>
        <p:nvSpPr>
          <p:cNvPr id="11" name="A student’s first day">
            <a:extLst xmlns:a="http://schemas.openxmlformats.org/drawingml/2006/main">
              <a:ext uri="{FF2B5EF4-FFF2-40B4-BE49-F238E27FC236}">
                <a16:creationId xmlns:a16="http://schemas.microsoft.com/office/drawing/2014/main" id="{43E47891-2F18-49CC-B01F-88045C3BFC46}"/>
              </a:ext>
            </a:extLst>
          </p:cNvPr>
          <p:cNvSpPr>
            <a:spLocks xmlns:a="http://schemas.openxmlformats.org/drawingml/2006/main" noGrp="1"/>
          </p:cNvSpPr>
          <p:nvPr/>
        </p:nvSpPr>
        <p:spPr>
          <a:xfrm xmlns:a="http://schemas.openxmlformats.org/drawingml/2006/main">
            <a:off x="723900" y="6286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a:solidFill>
                  <a:srgbClr val="28261F"/>
                </a:solidFill>
                <a:latin typeface="Georgia"/>
                <a:ea typeface="Georgia"/>
                <a:cs typeface="Georgia"/>
              </a:defRPr>
            </a:defPPr>
            <a:lvl1pPr>
              <a:defRPr sz="3600" b="0">
                <a:solidFill>
                  <a:srgbClr val="28261F"/>
                </a:solidFill>
                <a:latin typeface="Georgia"/>
                <a:ea typeface="Georgia"/>
                <a:cs typeface="Georgia"/>
              </a:defRPr>
            </a:lvl1pPr>
            <a:lvl2pPr>
              <a:defRPr sz="3600" b="0">
                <a:solidFill>
                  <a:srgbClr val="28261F"/>
                </a:solidFill>
                <a:latin typeface="Georgia"/>
                <a:ea typeface="Georgia"/>
                <a:cs typeface="Georgia"/>
              </a:defRPr>
            </a:lvl2pPr>
            <a:lvl3pPr>
              <a:defRPr sz="3600" b="0">
                <a:solidFill>
                  <a:srgbClr val="28261F"/>
                </a:solidFill>
                <a:latin typeface="Georgia"/>
                <a:ea typeface="Georgia"/>
                <a:cs typeface="Georgia"/>
              </a:defRPr>
            </a:lvl3pPr>
            <a:lvl4pPr>
              <a:defRPr sz="3600" b="0">
                <a:solidFill>
                  <a:srgbClr val="28261F"/>
                </a:solidFill>
                <a:latin typeface="Georgia"/>
                <a:ea typeface="Georgia"/>
                <a:cs typeface="Georgia"/>
              </a:defRPr>
            </a:lvl4pPr>
            <a:lvl5pPr>
              <a:defRPr sz="3600" b="0">
                <a:solidFill>
                  <a:srgbClr val="28261F"/>
                </a:solidFill>
                <a:latin typeface="Georgia"/>
                <a:ea typeface="Georgia"/>
                <a:cs typeface="Georgia"/>
              </a:defRPr>
            </a:lvl5pPr>
            <a:lvl6pPr>
              <a:defRPr sz="3600" b="0">
                <a:solidFill>
                  <a:srgbClr val="28261F"/>
                </a:solidFill>
                <a:latin typeface="Georgia"/>
                <a:ea typeface="Georgia"/>
                <a:cs typeface="Georgia"/>
              </a:defRPr>
            </a:lvl6pPr>
            <a:lvl7pPr>
              <a:defRPr sz="3600" b="0">
                <a:solidFill>
                  <a:srgbClr val="28261F"/>
                </a:solidFill>
                <a:latin typeface="Georgia"/>
                <a:ea typeface="Georgia"/>
                <a:cs typeface="Georgia"/>
              </a:defRPr>
            </a:lvl7pPr>
            <a:lvl8pPr>
              <a:defRPr sz="3600" b="0">
                <a:solidFill>
                  <a:srgbClr val="28261F"/>
                </a:solidFill>
                <a:latin typeface="Georgia"/>
                <a:ea typeface="Georgia"/>
                <a:cs typeface="Georgia"/>
              </a:defRPr>
            </a:lvl8pPr>
            <a:lvl9pPr>
              <a:defRPr sz="3600" b="0">
                <a:solidFill>
                  <a:srgbClr val="28261F"/>
                </a:solidFill>
                <a:latin typeface="Georgia"/>
                <a:ea typeface="Georgia"/>
                <a:cs typeface="Georgia"/>
              </a:defRPr>
            </a:lvl9pPr>
          </a:lstStyle>
          <a:p xmlns:a="http://schemas.openxmlformats.org/drawingml/2006/main">
            <a:pPr>
              <a:defRPr sz="3600" b="0">
                <a:solidFill>
                  <a:srgbClr val="28261F"/>
                </a:solidFill>
                <a:latin typeface="Georgia"/>
                <a:ea typeface="Georgia"/>
                <a:cs typeface="Georgia"/>
              </a:defRPr>
            </a:pPr>
            <a:r>
              <a:rPr sz="3600" b="0">
                <a:solidFill>
                  <a:srgbClr val="28261F"/>
                </a:solidFill>
                <a:latin typeface="Georgia"/>
                <a:ea typeface="Georgia"/>
                <a:cs typeface="Georgia"/>
              </a:rPr>
              <a:t>A student’s first day</a:t>
            </a:r>
          </a:p>
        </p:txBody>
      </p:sp>
      <p:sp>
        <p:nvSpPr>
          <p:cNvPr id="2" name="CrystalX / PrismCampus">
            <a:extLst xmlns:a="http://schemas.openxmlformats.org/drawingml/2006/main">
              <a:ext uri="{FF2B5EF4-FFF2-40B4-BE49-F238E27FC236}">
                <a16:creationId xmlns:a16="http://schemas.microsoft.com/office/drawing/2014/main" id="{F4C4DA29-BE51-48C9-AA86-E7F9FE706F71}"/>
              </a:ext>
            </a:extLst>
          </p:cNvPr>
          <p:cNvSpPr>
            <a:spLocks xmlns:a="http://schemas.openxmlformats.org/drawingml/2006/main" noGrp="1"/>
          </p:cNvSpPr>
          <p:nvPr/>
        </p:nvSpPr>
        <p:spPr>
          <a:xfrm xmlns:a="http://schemas.openxmlformats.org/drawingml/2006/main">
            <a:off x="723900" y="642937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28261F"/>
                </a:solidFill>
                <a:latin typeface="Arial"/>
                <a:ea typeface="Arial"/>
                <a:cs typeface="Arial"/>
              </a:defRPr>
            </a:defPPr>
            <a:lvl1pPr>
              <a:defRPr sz="1200" b="0">
                <a:solidFill>
                  <a:srgbClr val="28261F"/>
                </a:solidFill>
                <a:latin typeface="Arial"/>
                <a:ea typeface="Arial"/>
                <a:cs typeface="Arial"/>
              </a:defRPr>
            </a:lvl1pPr>
            <a:lvl2pPr>
              <a:defRPr sz="1200" b="0">
                <a:solidFill>
                  <a:srgbClr val="28261F"/>
                </a:solidFill>
                <a:latin typeface="Arial"/>
                <a:ea typeface="Arial"/>
                <a:cs typeface="Arial"/>
              </a:defRPr>
            </a:lvl2pPr>
            <a:lvl3pPr>
              <a:defRPr sz="1200" b="0">
                <a:solidFill>
                  <a:srgbClr val="28261F"/>
                </a:solidFill>
                <a:latin typeface="Arial"/>
                <a:ea typeface="Arial"/>
                <a:cs typeface="Arial"/>
              </a:defRPr>
            </a:lvl3pPr>
            <a:lvl4pPr>
              <a:defRPr sz="1200" b="0">
                <a:solidFill>
                  <a:srgbClr val="28261F"/>
                </a:solidFill>
                <a:latin typeface="Arial"/>
                <a:ea typeface="Arial"/>
                <a:cs typeface="Arial"/>
              </a:defRPr>
            </a:lvl4pPr>
            <a:lvl5pPr>
              <a:defRPr sz="1200" b="0">
                <a:solidFill>
                  <a:srgbClr val="28261F"/>
                </a:solidFill>
                <a:latin typeface="Arial"/>
                <a:ea typeface="Arial"/>
                <a:cs typeface="Arial"/>
              </a:defRPr>
            </a:lvl5pPr>
            <a:lvl6pPr>
              <a:defRPr sz="1200" b="0">
                <a:solidFill>
                  <a:srgbClr val="28261F"/>
                </a:solidFill>
                <a:latin typeface="Arial"/>
                <a:ea typeface="Arial"/>
                <a:cs typeface="Arial"/>
              </a:defRPr>
            </a:lvl6pPr>
            <a:lvl7pPr>
              <a:defRPr sz="1200" b="0">
                <a:solidFill>
                  <a:srgbClr val="28261F"/>
                </a:solidFill>
                <a:latin typeface="Arial"/>
                <a:ea typeface="Arial"/>
                <a:cs typeface="Arial"/>
              </a:defRPr>
            </a:lvl7pPr>
            <a:lvl8pPr>
              <a:defRPr sz="1200" b="0">
                <a:solidFill>
                  <a:srgbClr val="28261F"/>
                </a:solidFill>
                <a:latin typeface="Arial"/>
                <a:ea typeface="Arial"/>
                <a:cs typeface="Arial"/>
              </a:defRPr>
            </a:lvl8pPr>
            <a:lvl9pPr>
              <a:defRPr sz="1200" b="0">
                <a:solidFill>
                  <a:srgbClr val="28261F"/>
                </a:solidFill>
                <a:latin typeface="Arial"/>
                <a:ea typeface="Arial"/>
                <a:cs typeface="Arial"/>
              </a:defRPr>
            </a:lvl9pPr>
          </a:lstStyle>
          <a:p xmlns:a="http://schemas.openxmlformats.org/drawingml/2006/main">
            <a:pPr>
              <a:defRPr sz="1200" b="0">
                <a:solidFill>
                  <a:srgbClr val="28261F"/>
                </a:solidFill>
                <a:latin typeface="Arial"/>
                <a:ea typeface="Arial"/>
                <a:cs typeface="Arial"/>
              </a:defRPr>
            </a:pPr>
            <a:r>
              <a:rPr sz="1200" b="0">
                <a:solidFill>
                  <a:srgbClr val="28261F"/>
                </a:solidFill>
                <a:latin typeface="Arial"/>
                <a:ea typeface="Arial"/>
                <a:cs typeface="Arial"/>
              </a:rPr>
              <a:t>CrystalX / PrismCampus</a:t>
            </a:r>
          </a:p>
        </p:txBody>
      </p:sp>
      <p:sp>
        <p:nvSpPr>
          <p:cNvPr id="3" name="02">
            <a:extLst xmlns:a="http://schemas.openxmlformats.org/drawingml/2006/main">
              <a:ext uri="{FF2B5EF4-FFF2-40B4-BE49-F238E27FC236}">
                <a16:creationId xmlns:a16="http://schemas.microsoft.com/office/drawing/2014/main" id="{9FDF1AEB-79F6-4EF4-AA64-CC118AFABC84}"/>
              </a:ext>
            </a:extLst>
          </p:cNvPr>
          <p:cNvSpPr>
            <a:spLocks xmlns:a="http://schemas.openxmlformats.org/drawingml/2006/main" noGrp="1"/>
          </p:cNvSpPr>
          <p:nvPr/>
        </p:nvSpPr>
        <p:spPr>
          <a:xfrm xmlns:a="http://schemas.openxmlformats.org/drawingml/2006/main">
            <a:off x="11001375" y="64103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28261F"/>
                </a:solidFill>
                <a:latin typeface="Arial"/>
                <a:ea typeface="Arial"/>
                <a:cs typeface="Arial"/>
              </a:defRPr>
            </a:defPPr>
            <a:lvl1pPr>
              <a:defRPr sz="1425" b="0">
                <a:solidFill>
                  <a:srgbClr val="28261F"/>
                </a:solidFill>
                <a:latin typeface="Arial"/>
                <a:ea typeface="Arial"/>
                <a:cs typeface="Arial"/>
              </a:defRPr>
            </a:lvl1pPr>
            <a:lvl2pPr>
              <a:defRPr sz="1425" b="0">
                <a:solidFill>
                  <a:srgbClr val="28261F"/>
                </a:solidFill>
                <a:latin typeface="Arial"/>
                <a:ea typeface="Arial"/>
                <a:cs typeface="Arial"/>
              </a:defRPr>
            </a:lvl2pPr>
            <a:lvl3pPr>
              <a:defRPr sz="1425" b="0">
                <a:solidFill>
                  <a:srgbClr val="28261F"/>
                </a:solidFill>
                <a:latin typeface="Arial"/>
                <a:ea typeface="Arial"/>
                <a:cs typeface="Arial"/>
              </a:defRPr>
            </a:lvl3pPr>
            <a:lvl4pPr>
              <a:defRPr sz="1425" b="0">
                <a:solidFill>
                  <a:srgbClr val="28261F"/>
                </a:solidFill>
                <a:latin typeface="Arial"/>
                <a:ea typeface="Arial"/>
                <a:cs typeface="Arial"/>
              </a:defRPr>
            </a:lvl4pPr>
            <a:lvl5pPr>
              <a:defRPr sz="1425" b="0">
                <a:solidFill>
                  <a:srgbClr val="28261F"/>
                </a:solidFill>
                <a:latin typeface="Arial"/>
                <a:ea typeface="Arial"/>
                <a:cs typeface="Arial"/>
              </a:defRPr>
            </a:lvl5pPr>
            <a:lvl6pPr>
              <a:defRPr sz="1425" b="0">
                <a:solidFill>
                  <a:srgbClr val="28261F"/>
                </a:solidFill>
                <a:latin typeface="Arial"/>
                <a:ea typeface="Arial"/>
                <a:cs typeface="Arial"/>
              </a:defRPr>
            </a:lvl6pPr>
            <a:lvl7pPr>
              <a:defRPr sz="1425" b="0">
                <a:solidFill>
                  <a:srgbClr val="28261F"/>
                </a:solidFill>
                <a:latin typeface="Arial"/>
                <a:ea typeface="Arial"/>
                <a:cs typeface="Arial"/>
              </a:defRPr>
            </a:lvl7pPr>
            <a:lvl8pPr>
              <a:defRPr sz="1425" b="0">
                <a:solidFill>
                  <a:srgbClr val="28261F"/>
                </a:solidFill>
                <a:latin typeface="Arial"/>
                <a:ea typeface="Arial"/>
                <a:cs typeface="Arial"/>
              </a:defRPr>
            </a:lvl8pPr>
            <a:lvl9pPr>
              <a:defRPr sz="1425" b="0">
                <a:solidFill>
                  <a:srgbClr val="28261F"/>
                </a:solidFill>
                <a:latin typeface="Arial"/>
                <a:ea typeface="Arial"/>
                <a:cs typeface="Arial"/>
              </a:defRPr>
            </a:lvl9pPr>
          </a:lstStyle>
          <a:p xmlns:a="http://schemas.openxmlformats.org/drawingml/2006/main">
            <a:pPr>
              <a:defRPr sz="1425" b="0">
                <a:solidFill>
                  <a:srgbClr val="28261F"/>
                </a:solidFill>
                <a:latin typeface="Arial"/>
                <a:ea typeface="Arial"/>
                <a:cs typeface="Arial"/>
              </a:defRPr>
            </a:pPr>
            <a:r>
              <a:rPr sz="1425" b="0">
                <a:solidFill>
                  <a:srgbClr val="28261F"/>
                </a:solidFill>
                <a:latin typeface="Arial"/>
                <a:ea typeface="Arial"/>
                <a:cs typeface="Arial"/>
              </a:rPr>
              <a:t>02</a:t>
            </a:r>
          </a:p>
        </p:txBody>
      </p:sp>
      <p:sp>
        <p:nvSpPr>
          <p:cNvPr id="4" name="“Where is my classroom?”">
            <a:extLst xmlns:a="http://schemas.openxmlformats.org/drawingml/2006/main">
              <a:ext uri="{FF2B5EF4-FFF2-40B4-BE49-F238E27FC236}">
                <a16:creationId xmlns:a16="http://schemas.microsoft.com/office/drawing/2014/main" id="{E5D0AEB5-3876-453C-9F41-BB1321E427DC}"/>
              </a:ext>
            </a:extLst>
          </p:cNvPr>
          <p:cNvSpPr>
            <a:spLocks xmlns:a="http://schemas.openxmlformats.org/drawingml/2006/main" noGrp="1"/>
          </p:cNvSpPr>
          <p:nvPr/>
        </p:nvSpPr>
        <p:spPr>
          <a:xfrm xmlns:a="http://schemas.openxmlformats.org/drawingml/2006/main">
            <a:off x="723900" y="1809750"/>
            <a:ext cx="647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0">
                <a:solidFill>
                  <a:srgbClr val="A54028"/>
                </a:solidFill>
                <a:latin typeface="Georgia"/>
                <a:ea typeface="Georgia"/>
                <a:cs typeface="Georgia"/>
              </a:defRPr>
            </a:defPPr>
            <a:lvl1pPr>
              <a:defRPr sz="3225" b="0">
                <a:solidFill>
                  <a:srgbClr val="A54028"/>
                </a:solidFill>
                <a:latin typeface="Georgia"/>
                <a:ea typeface="Georgia"/>
                <a:cs typeface="Georgia"/>
              </a:defRPr>
            </a:lvl1pPr>
            <a:lvl2pPr>
              <a:defRPr sz="3225" b="0">
                <a:solidFill>
                  <a:srgbClr val="A54028"/>
                </a:solidFill>
                <a:latin typeface="Georgia"/>
                <a:ea typeface="Georgia"/>
                <a:cs typeface="Georgia"/>
              </a:defRPr>
            </a:lvl2pPr>
            <a:lvl3pPr>
              <a:defRPr sz="3225" b="0">
                <a:solidFill>
                  <a:srgbClr val="A54028"/>
                </a:solidFill>
                <a:latin typeface="Georgia"/>
                <a:ea typeface="Georgia"/>
                <a:cs typeface="Georgia"/>
              </a:defRPr>
            </a:lvl3pPr>
            <a:lvl4pPr>
              <a:defRPr sz="3225" b="0">
                <a:solidFill>
                  <a:srgbClr val="A54028"/>
                </a:solidFill>
                <a:latin typeface="Georgia"/>
                <a:ea typeface="Georgia"/>
                <a:cs typeface="Georgia"/>
              </a:defRPr>
            </a:lvl4pPr>
            <a:lvl5pPr>
              <a:defRPr sz="3225" b="0">
                <a:solidFill>
                  <a:srgbClr val="A54028"/>
                </a:solidFill>
                <a:latin typeface="Georgia"/>
                <a:ea typeface="Georgia"/>
                <a:cs typeface="Georgia"/>
              </a:defRPr>
            </a:lvl5pPr>
            <a:lvl6pPr>
              <a:defRPr sz="3225" b="0">
                <a:solidFill>
                  <a:srgbClr val="A54028"/>
                </a:solidFill>
                <a:latin typeface="Georgia"/>
                <a:ea typeface="Georgia"/>
                <a:cs typeface="Georgia"/>
              </a:defRPr>
            </a:lvl6pPr>
            <a:lvl7pPr>
              <a:defRPr sz="3225" b="0">
                <a:solidFill>
                  <a:srgbClr val="A54028"/>
                </a:solidFill>
                <a:latin typeface="Georgia"/>
                <a:ea typeface="Georgia"/>
                <a:cs typeface="Georgia"/>
              </a:defRPr>
            </a:lvl7pPr>
            <a:lvl8pPr>
              <a:defRPr sz="3225" b="0">
                <a:solidFill>
                  <a:srgbClr val="A54028"/>
                </a:solidFill>
                <a:latin typeface="Georgia"/>
                <a:ea typeface="Georgia"/>
                <a:cs typeface="Georgia"/>
              </a:defRPr>
            </a:lvl8pPr>
            <a:lvl9pPr>
              <a:defRPr sz="3225" b="0">
                <a:solidFill>
                  <a:srgbClr val="A54028"/>
                </a:solidFill>
                <a:latin typeface="Georgia"/>
                <a:ea typeface="Georgia"/>
                <a:cs typeface="Georgia"/>
              </a:defRPr>
            </a:lvl9pPr>
          </a:lstStyle>
          <a:p xmlns:a="http://schemas.openxmlformats.org/drawingml/2006/main">
            <a:pPr>
              <a:defRPr sz="3225" b="0">
                <a:solidFill>
                  <a:srgbClr val="A54028"/>
                </a:solidFill>
                <a:latin typeface="Georgia"/>
                <a:ea typeface="Georgia"/>
                <a:cs typeface="Georgia"/>
              </a:defRPr>
            </a:pPr>
            <a:r>
              <a:rPr sz="3225" b="0">
                <a:solidFill>
                  <a:srgbClr val="A54028"/>
                </a:solidFill>
                <a:latin typeface="Georgia"/>
                <a:ea typeface="Georgia"/>
                <a:cs typeface="Georgia"/>
              </a:rPr>
              <a:t>“Where is my classroom?”</a:t>
            </a:r>
          </a:p>
        </p:txBody>
      </p:sp>
      <p:sp>
        <p:nvSpPr>
          <p:cNvPr id="5" name="“Which timetable is current?”">
            <a:extLst xmlns:a="http://schemas.openxmlformats.org/drawingml/2006/main">
              <a:ext uri="{FF2B5EF4-FFF2-40B4-BE49-F238E27FC236}">
                <a16:creationId xmlns:a16="http://schemas.microsoft.com/office/drawing/2014/main" id="{CA06C227-659D-42E5-A0D1-F0E637C31C19}"/>
              </a:ext>
            </a:extLst>
          </p:cNvPr>
          <p:cNvSpPr>
            <a:spLocks xmlns:a="http://schemas.openxmlformats.org/drawingml/2006/main" noGrp="1"/>
          </p:cNvSpPr>
          <p:nvPr/>
        </p:nvSpPr>
        <p:spPr>
          <a:xfrm xmlns:a="http://schemas.openxmlformats.org/drawingml/2006/main">
            <a:off x="723900" y="2743200"/>
            <a:ext cx="647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0">
                <a:solidFill>
                  <a:srgbClr val="A54028"/>
                </a:solidFill>
                <a:latin typeface="Georgia"/>
                <a:ea typeface="Georgia"/>
                <a:cs typeface="Georgia"/>
              </a:defRPr>
            </a:defPPr>
            <a:lvl1pPr>
              <a:defRPr sz="3225" b="0">
                <a:solidFill>
                  <a:srgbClr val="A54028"/>
                </a:solidFill>
                <a:latin typeface="Georgia"/>
                <a:ea typeface="Georgia"/>
                <a:cs typeface="Georgia"/>
              </a:defRPr>
            </a:lvl1pPr>
            <a:lvl2pPr>
              <a:defRPr sz="3225" b="0">
                <a:solidFill>
                  <a:srgbClr val="A54028"/>
                </a:solidFill>
                <a:latin typeface="Georgia"/>
                <a:ea typeface="Georgia"/>
                <a:cs typeface="Georgia"/>
              </a:defRPr>
            </a:lvl2pPr>
            <a:lvl3pPr>
              <a:defRPr sz="3225" b="0">
                <a:solidFill>
                  <a:srgbClr val="A54028"/>
                </a:solidFill>
                <a:latin typeface="Georgia"/>
                <a:ea typeface="Georgia"/>
                <a:cs typeface="Georgia"/>
              </a:defRPr>
            </a:lvl3pPr>
            <a:lvl4pPr>
              <a:defRPr sz="3225" b="0">
                <a:solidFill>
                  <a:srgbClr val="A54028"/>
                </a:solidFill>
                <a:latin typeface="Georgia"/>
                <a:ea typeface="Georgia"/>
                <a:cs typeface="Georgia"/>
              </a:defRPr>
            </a:lvl4pPr>
            <a:lvl5pPr>
              <a:defRPr sz="3225" b="0">
                <a:solidFill>
                  <a:srgbClr val="A54028"/>
                </a:solidFill>
                <a:latin typeface="Georgia"/>
                <a:ea typeface="Georgia"/>
                <a:cs typeface="Georgia"/>
              </a:defRPr>
            </a:lvl5pPr>
            <a:lvl6pPr>
              <a:defRPr sz="3225" b="0">
                <a:solidFill>
                  <a:srgbClr val="A54028"/>
                </a:solidFill>
                <a:latin typeface="Georgia"/>
                <a:ea typeface="Georgia"/>
                <a:cs typeface="Georgia"/>
              </a:defRPr>
            </a:lvl6pPr>
            <a:lvl7pPr>
              <a:defRPr sz="3225" b="0">
                <a:solidFill>
                  <a:srgbClr val="A54028"/>
                </a:solidFill>
                <a:latin typeface="Georgia"/>
                <a:ea typeface="Georgia"/>
                <a:cs typeface="Georgia"/>
              </a:defRPr>
            </a:lvl7pPr>
            <a:lvl8pPr>
              <a:defRPr sz="3225" b="0">
                <a:solidFill>
                  <a:srgbClr val="A54028"/>
                </a:solidFill>
                <a:latin typeface="Georgia"/>
                <a:ea typeface="Georgia"/>
                <a:cs typeface="Georgia"/>
              </a:defRPr>
            </a:lvl8pPr>
            <a:lvl9pPr>
              <a:defRPr sz="3225" b="0">
                <a:solidFill>
                  <a:srgbClr val="A54028"/>
                </a:solidFill>
                <a:latin typeface="Georgia"/>
                <a:ea typeface="Georgia"/>
                <a:cs typeface="Georgia"/>
              </a:defRPr>
            </a:lvl9pPr>
          </a:lstStyle>
          <a:p xmlns:a="http://schemas.openxmlformats.org/drawingml/2006/main">
            <a:pPr>
              <a:defRPr sz="3225" b="0">
                <a:solidFill>
                  <a:srgbClr val="A54028"/>
                </a:solidFill>
                <a:latin typeface="Georgia"/>
                <a:ea typeface="Georgia"/>
                <a:cs typeface="Georgia"/>
              </a:defRPr>
            </a:pPr>
            <a:r>
              <a:rPr sz="3225" b="0">
                <a:solidFill>
                  <a:srgbClr val="A54028"/>
                </a:solidFill>
                <a:latin typeface="Georgia"/>
                <a:ea typeface="Georgia"/>
                <a:cs typeface="Georgia"/>
              </a:rPr>
              <a:t>“Which timetable is current?”</a:t>
            </a:r>
          </a:p>
        </p:txBody>
      </p:sp>
      <p:sp>
        <p:nvSpPr>
          <p:cNvPr id="6" name="“What if I have no internet?”">
            <a:extLst xmlns:a="http://schemas.openxmlformats.org/drawingml/2006/main">
              <a:ext uri="{FF2B5EF4-FFF2-40B4-BE49-F238E27FC236}">
                <a16:creationId xmlns:a16="http://schemas.microsoft.com/office/drawing/2014/main" id="{1A10656E-DCCD-4FF0-AA62-8CDD8C8880BD}"/>
              </a:ext>
            </a:extLst>
          </p:cNvPr>
          <p:cNvSpPr>
            <a:spLocks xmlns:a="http://schemas.openxmlformats.org/drawingml/2006/main" noGrp="1"/>
          </p:cNvSpPr>
          <p:nvPr/>
        </p:nvSpPr>
        <p:spPr>
          <a:xfrm xmlns:a="http://schemas.openxmlformats.org/drawingml/2006/main">
            <a:off x="723900" y="3676650"/>
            <a:ext cx="647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0">
                <a:solidFill>
                  <a:srgbClr val="A54028"/>
                </a:solidFill>
                <a:latin typeface="Georgia"/>
                <a:ea typeface="Georgia"/>
                <a:cs typeface="Georgia"/>
              </a:defRPr>
            </a:defPPr>
            <a:lvl1pPr>
              <a:defRPr sz="3225" b="0">
                <a:solidFill>
                  <a:srgbClr val="A54028"/>
                </a:solidFill>
                <a:latin typeface="Georgia"/>
                <a:ea typeface="Georgia"/>
                <a:cs typeface="Georgia"/>
              </a:defRPr>
            </a:lvl1pPr>
            <a:lvl2pPr>
              <a:defRPr sz="3225" b="0">
                <a:solidFill>
                  <a:srgbClr val="A54028"/>
                </a:solidFill>
                <a:latin typeface="Georgia"/>
                <a:ea typeface="Georgia"/>
                <a:cs typeface="Georgia"/>
              </a:defRPr>
            </a:lvl2pPr>
            <a:lvl3pPr>
              <a:defRPr sz="3225" b="0">
                <a:solidFill>
                  <a:srgbClr val="A54028"/>
                </a:solidFill>
                <a:latin typeface="Georgia"/>
                <a:ea typeface="Georgia"/>
                <a:cs typeface="Georgia"/>
              </a:defRPr>
            </a:lvl3pPr>
            <a:lvl4pPr>
              <a:defRPr sz="3225" b="0">
                <a:solidFill>
                  <a:srgbClr val="A54028"/>
                </a:solidFill>
                <a:latin typeface="Georgia"/>
                <a:ea typeface="Georgia"/>
                <a:cs typeface="Georgia"/>
              </a:defRPr>
            </a:lvl4pPr>
            <a:lvl5pPr>
              <a:defRPr sz="3225" b="0">
                <a:solidFill>
                  <a:srgbClr val="A54028"/>
                </a:solidFill>
                <a:latin typeface="Georgia"/>
                <a:ea typeface="Georgia"/>
                <a:cs typeface="Georgia"/>
              </a:defRPr>
            </a:lvl5pPr>
            <a:lvl6pPr>
              <a:defRPr sz="3225" b="0">
                <a:solidFill>
                  <a:srgbClr val="A54028"/>
                </a:solidFill>
                <a:latin typeface="Georgia"/>
                <a:ea typeface="Georgia"/>
                <a:cs typeface="Georgia"/>
              </a:defRPr>
            </a:lvl6pPr>
            <a:lvl7pPr>
              <a:defRPr sz="3225" b="0">
                <a:solidFill>
                  <a:srgbClr val="A54028"/>
                </a:solidFill>
                <a:latin typeface="Georgia"/>
                <a:ea typeface="Georgia"/>
                <a:cs typeface="Georgia"/>
              </a:defRPr>
            </a:lvl7pPr>
            <a:lvl8pPr>
              <a:defRPr sz="3225" b="0">
                <a:solidFill>
                  <a:srgbClr val="A54028"/>
                </a:solidFill>
                <a:latin typeface="Georgia"/>
                <a:ea typeface="Georgia"/>
                <a:cs typeface="Georgia"/>
              </a:defRPr>
            </a:lvl8pPr>
            <a:lvl9pPr>
              <a:defRPr sz="3225" b="0">
                <a:solidFill>
                  <a:srgbClr val="A54028"/>
                </a:solidFill>
                <a:latin typeface="Georgia"/>
                <a:ea typeface="Georgia"/>
                <a:cs typeface="Georgia"/>
              </a:defRPr>
            </a:lvl9pPr>
          </a:lstStyle>
          <a:p xmlns:a="http://schemas.openxmlformats.org/drawingml/2006/main">
            <a:pPr>
              <a:defRPr sz="3225" b="0">
                <a:solidFill>
                  <a:srgbClr val="A54028"/>
                </a:solidFill>
                <a:latin typeface="Georgia"/>
                <a:ea typeface="Georgia"/>
                <a:cs typeface="Georgia"/>
              </a:defRPr>
            </a:pPr>
            <a:r>
              <a:rPr sz="3225" b="0">
                <a:solidFill>
                  <a:srgbClr val="A54028"/>
                </a:solidFill>
                <a:latin typeface="Georgia"/>
                <a:ea typeface="Georgia"/>
                <a:cs typeface="Georgia"/>
              </a:rPr>
              <a:t>“What if I have no internet?”</a:t>
            </a:r>
          </a:p>
        </p:txBody>
      </p:sp>
      <p:sp>
        <p:nvSpPr>
          <p:cNvPr id="7" name="For new students and campus visitors">
            <a:extLst xmlns:a="http://schemas.openxmlformats.org/drawingml/2006/main">
              <a:ext uri="{FF2B5EF4-FFF2-40B4-BE49-F238E27FC236}">
                <a16:creationId xmlns:a16="http://schemas.microsoft.com/office/drawing/2014/main" id="{D38485EA-D5E1-4114-8B2C-6760FDEF1AAD}"/>
              </a:ext>
            </a:extLst>
          </p:cNvPr>
          <p:cNvSpPr>
            <a:spLocks xmlns:a="http://schemas.openxmlformats.org/drawingml/2006/main" noGrp="1"/>
          </p:cNvSpPr>
          <p:nvPr/>
        </p:nvSpPr>
        <p:spPr>
          <a:xfrm xmlns:a="http://schemas.openxmlformats.org/drawingml/2006/main">
            <a:off x="7677150" y="1924050"/>
            <a:ext cx="3714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8261F"/>
                </a:solidFill>
                <a:latin typeface="Arial"/>
                <a:ea typeface="Arial"/>
                <a:cs typeface="Arial"/>
              </a:defRPr>
            </a:defPPr>
            <a:lvl1pPr>
              <a:defRPr sz="2250" b="1">
                <a:solidFill>
                  <a:srgbClr val="28261F"/>
                </a:solidFill>
                <a:latin typeface="Arial"/>
                <a:ea typeface="Arial"/>
                <a:cs typeface="Arial"/>
              </a:defRPr>
            </a:lvl1pPr>
            <a:lvl2pPr>
              <a:defRPr sz="2250" b="1">
                <a:solidFill>
                  <a:srgbClr val="28261F"/>
                </a:solidFill>
                <a:latin typeface="Arial"/>
                <a:ea typeface="Arial"/>
                <a:cs typeface="Arial"/>
              </a:defRPr>
            </a:lvl2pPr>
            <a:lvl3pPr>
              <a:defRPr sz="2250" b="1">
                <a:solidFill>
                  <a:srgbClr val="28261F"/>
                </a:solidFill>
                <a:latin typeface="Arial"/>
                <a:ea typeface="Arial"/>
                <a:cs typeface="Arial"/>
              </a:defRPr>
            </a:lvl3pPr>
            <a:lvl4pPr>
              <a:defRPr sz="2250" b="1">
                <a:solidFill>
                  <a:srgbClr val="28261F"/>
                </a:solidFill>
                <a:latin typeface="Arial"/>
                <a:ea typeface="Arial"/>
                <a:cs typeface="Arial"/>
              </a:defRPr>
            </a:lvl4pPr>
            <a:lvl5pPr>
              <a:defRPr sz="2250" b="1">
                <a:solidFill>
                  <a:srgbClr val="28261F"/>
                </a:solidFill>
                <a:latin typeface="Arial"/>
                <a:ea typeface="Arial"/>
                <a:cs typeface="Arial"/>
              </a:defRPr>
            </a:lvl5pPr>
            <a:lvl6pPr>
              <a:defRPr sz="2250" b="1">
                <a:solidFill>
                  <a:srgbClr val="28261F"/>
                </a:solidFill>
                <a:latin typeface="Arial"/>
                <a:ea typeface="Arial"/>
                <a:cs typeface="Arial"/>
              </a:defRPr>
            </a:lvl6pPr>
            <a:lvl7pPr>
              <a:defRPr sz="2250" b="1">
                <a:solidFill>
                  <a:srgbClr val="28261F"/>
                </a:solidFill>
                <a:latin typeface="Arial"/>
                <a:ea typeface="Arial"/>
                <a:cs typeface="Arial"/>
              </a:defRPr>
            </a:lvl7pPr>
            <a:lvl8pPr>
              <a:defRPr sz="2250" b="1">
                <a:solidFill>
                  <a:srgbClr val="28261F"/>
                </a:solidFill>
                <a:latin typeface="Arial"/>
                <a:ea typeface="Arial"/>
                <a:cs typeface="Arial"/>
              </a:defRPr>
            </a:lvl8pPr>
            <a:lvl9pPr>
              <a:defRPr sz="2250" b="1">
                <a:solidFill>
                  <a:srgbClr val="28261F"/>
                </a:solidFill>
                <a:latin typeface="Arial"/>
                <a:ea typeface="Arial"/>
                <a:cs typeface="Arial"/>
              </a:defRPr>
            </a:lvl9pPr>
          </a:lstStyle>
          <a:p xmlns:a="http://schemas.openxmlformats.org/drawingml/2006/main">
            <a:pPr>
              <a:defRPr sz="2250" b="1">
                <a:solidFill>
                  <a:srgbClr val="28261F"/>
                </a:solidFill>
                <a:latin typeface="Arial"/>
                <a:ea typeface="Arial"/>
                <a:cs typeface="Arial"/>
              </a:defRPr>
            </a:pPr>
            <a:r>
              <a:rPr sz="2250" b="1">
                <a:solidFill>
                  <a:srgbClr val="28261F"/>
                </a:solidFill>
                <a:latin typeface="Arial"/>
                <a:ea typeface="Arial"/>
                <a:cs typeface="Arial"/>
              </a:rPr>
              <a:t>For new students and campus visitors</a:t>
            </a:r>
          </a:p>
        </p:txBody>
      </p:sp>
      <p:sp>
        <p:nvSpPr>
          <p:cNvPr id="8" name="Today&#10;Seniors, WhatsApp, timetable images&#10;and">
            <a:extLst xmlns:a="http://schemas.openxmlformats.org/drawingml/2006/main">
              <a:ext uri="{FF2B5EF4-FFF2-40B4-BE49-F238E27FC236}">
                <a16:creationId xmlns:a16="http://schemas.microsoft.com/office/drawing/2014/main" id="{F930E5DE-1FB8-4E10-A623-ECD8B2A7BAEC}"/>
              </a:ext>
            </a:extLst>
          </p:cNvPr>
          <p:cNvSpPr>
            <a:spLocks xmlns:a="http://schemas.openxmlformats.org/drawingml/2006/main" noGrp="1"/>
          </p:cNvSpPr>
          <p:nvPr/>
        </p:nvSpPr>
        <p:spPr>
          <a:xfrm xmlns:a="http://schemas.openxmlformats.org/drawingml/2006/main">
            <a:off x="7677150" y="3067050"/>
            <a:ext cx="3714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71685B"/>
                </a:solidFill>
                <a:latin typeface="Arial"/>
                <a:ea typeface="Arial"/>
                <a:cs typeface="Arial"/>
              </a:defRPr>
            </a:defPPr>
            <a:lvl1pPr>
              <a:defRPr sz="1875" b="0">
                <a:solidFill>
                  <a:srgbClr val="71685B"/>
                </a:solidFill>
                <a:latin typeface="Arial"/>
                <a:ea typeface="Arial"/>
                <a:cs typeface="Arial"/>
              </a:defRPr>
            </a:lvl1pPr>
            <a:lvl2pPr>
              <a:defRPr sz="1875" b="0">
                <a:solidFill>
                  <a:srgbClr val="71685B"/>
                </a:solidFill>
                <a:latin typeface="Arial"/>
                <a:ea typeface="Arial"/>
                <a:cs typeface="Arial"/>
              </a:defRPr>
            </a:lvl2pPr>
            <a:lvl3pPr>
              <a:defRPr sz="1875" b="0">
                <a:solidFill>
                  <a:srgbClr val="71685B"/>
                </a:solidFill>
                <a:latin typeface="Arial"/>
                <a:ea typeface="Arial"/>
                <a:cs typeface="Arial"/>
              </a:defRPr>
            </a:lvl3pPr>
            <a:lvl4pPr>
              <a:defRPr sz="1875" b="0">
                <a:solidFill>
                  <a:srgbClr val="71685B"/>
                </a:solidFill>
                <a:latin typeface="Arial"/>
                <a:ea typeface="Arial"/>
                <a:cs typeface="Arial"/>
              </a:defRPr>
            </a:lvl4pPr>
            <a:lvl5pPr>
              <a:defRPr sz="1875" b="0">
                <a:solidFill>
                  <a:srgbClr val="71685B"/>
                </a:solidFill>
                <a:latin typeface="Arial"/>
                <a:ea typeface="Arial"/>
                <a:cs typeface="Arial"/>
              </a:defRPr>
            </a:lvl5pPr>
            <a:lvl6pPr>
              <a:defRPr sz="1875" b="0">
                <a:solidFill>
                  <a:srgbClr val="71685B"/>
                </a:solidFill>
                <a:latin typeface="Arial"/>
                <a:ea typeface="Arial"/>
                <a:cs typeface="Arial"/>
              </a:defRPr>
            </a:lvl6pPr>
            <a:lvl7pPr>
              <a:defRPr sz="1875" b="0">
                <a:solidFill>
                  <a:srgbClr val="71685B"/>
                </a:solidFill>
                <a:latin typeface="Arial"/>
                <a:ea typeface="Arial"/>
                <a:cs typeface="Arial"/>
              </a:defRPr>
            </a:lvl7pPr>
            <a:lvl8pPr>
              <a:defRPr sz="1875" b="0">
                <a:solidFill>
                  <a:srgbClr val="71685B"/>
                </a:solidFill>
                <a:latin typeface="Arial"/>
                <a:ea typeface="Arial"/>
                <a:cs typeface="Arial"/>
              </a:defRPr>
            </a:lvl8pPr>
            <a:lvl9pPr>
              <a:defRPr sz="1875" b="0">
                <a:solidFill>
                  <a:srgbClr val="71685B"/>
                </a:solidFill>
                <a:latin typeface="Arial"/>
                <a:ea typeface="Arial"/>
                <a:cs typeface="Arial"/>
              </a:defRPr>
            </a:lvl9pPr>
          </a:lstStyle>
          <a:p xmlns:a="http://schemas.openxmlformats.org/drawingml/2006/main">
            <a:pPr>
              <a:defRPr sz="1875" b="0">
                <a:solidFill>
                  <a:srgbClr val="71685B"/>
                </a:solidFill>
                <a:latin typeface="Arial"/>
                <a:ea typeface="Arial"/>
                <a:cs typeface="Arial"/>
              </a:defRPr>
            </a:pPr>
            <a:r>
              <a:rPr sz="1875" b="0">
                <a:solidFill>
                  <a:srgbClr val="71685B"/>
                </a:solidFill>
                <a:latin typeface="Arial"/>
                <a:ea typeface="Arial"/>
                <a:cs typeface="Arial"/>
              </a:rPr>
              <a:t>Today</a:t>
            </a:r>
          </a:p>
          <a:p xmlns:a="http://schemas.openxmlformats.org/drawingml/2006/main">
            <a:pPr>
              <a:defRPr sz="1875" b="0">
                <a:solidFill>
                  <a:srgbClr val="71685B"/>
                </a:solidFill>
                <a:latin typeface="Arial"/>
                <a:ea typeface="Arial"/>
                <a:cs typeface="Arial"/>
              </a:defRPr>
            </a:pPr>
            <a:r>
              <a:rPr sz="1875" b="0">
                <a:solidFill>
                  <a:srgbClr val="71685B"/>
                </a:solidFill>
                <a:latin typeface="Arial"/>
                <a:ea typeface="Arial"/>
                <a:cs typeface="Arial"/>
              </a:rPr>
              <a:t>Seniors, WhatsApp, timetable images</a:t>
            </a:r>
          </a:p>
          <a:p xmlns:a="http://schemas.openxmlformats.org/drawingml/2006/main">
            <a:pPr>
              <a:defRPr sz="1875" b="0">
                <a:solidFill>
                  <a:srgbClr val="71685B"/>
                </a:solidFill>
                <a:latin typeface="Arial"/>
                <a:ea typeface="Arial"/>
                <a:cs typeface="Arial"/>
              </a:defRPr>
            </a:pPr>
            <a:r>
              <a:rPr sz="1875" b="0">
                <a:solidFill>
                  <a:srgbClr val="71685B"/>
                </a:solidFill>
                <a:latin typeface="Arial"/>
                <a:ea typeface="Arial"/>
                <a:cs typeface="Arial"/>
              </a:rPr>
              <a:t>and separate college websites</a:t>
            </a:r>
          </a:p>
        </p:txBody>
      </p:sp>
      <p:sp>
        <p:nvSpPr>
          <p:cNvPr id="9" name="Missing&#10;One place-aware view that keeps&#10;helpi">
            <a:extLst xmlns:a="http://schemas.openxmlformats.org/drawingml/2006/main">
              <a:ext uri="{FF2B5EF4-FFF2-40B4-BE49-F238E27FC236}">
                <a16:creationId xmlns:a16="http://schemas.microsoft.com/office/drawing/2014/main" id="{C33E19A3-7BEE-46AB-BFA3-0FEA6F292601}"/>
              </a:ext>
            </a:extLst>
          </p:cNvPr>
          <p:cNvSpPr>
            <a:spLocks xmlns:a="http://schemas.openxmlformats.org/drawingml/2006/main" noGrp="1"/>
          </p:cNvSpPr>
          <p:nvPr/>
        </p:nvSpPr>
        <p:spPr>
          <a:xfrm xmlns:a="http://schemas.openxmlformats.org/drawingml/2006/main">
            <a:off x="7677150" y="4476750"/>
            <a:ext cx="3714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261F"/>
                </a:solidFill>
                <a:latin typeface="Arial"/>
                <a:ea typeface="Arial"/>
                <a:cs typeface="Arial"/>
              </a:defRPr>
            </a:defPPr>
            <a:lvl1pPr>
              <a:defRPr sz="1875" b="0">
                <a:solidFill>
                  <a:srgbClr val="28261F"/>
                </a:solidFill>
                <a:latin typeface="Arial"/>
                <a:ea typeface="Arial"/>
                <a:cs typeface="Arial"/>
              </a:defRPr>
            </a:lvl1pPr>
            <a:lvl2pPr>
              <a:defRPr sz="1875" b="0">
                <a:solidFill>
                  <a:srgbClr val="28261F"/>
                </a:solidFill>
                <a:latin typeface="Arial"/>
                <a:ea typeface="Arial"/>
                <a:cs typeface="Arial"/>
              </a:defRPr>
            </a:lvl2pPr>
            <a:lvl3pPr>
              <a:defRPr sz="1875" b="0">
                <a:solidFill>
                  <a:srgbClr val="28261F"/>
                </a:solidFill>
                <a:latin typeface="Arial"/>
                <a:ea typeface="Arial"/>
                <a:cs typeface="Arial"/>
              </a:defRPr>
            </a:lvl3pPr>
            <a:lvl4pPr>
              <a:defRPr sz="1875" b="0">
                <a:solidFill>
                  <a:srgbClr val="28261F"/>
                </a:solidFill>
                <a:latin typeface="Arial"/>
                <a:ea typeface="Arial"/>
                <a:cs typeface="Arial"/>
              </a:defRPr>
            </a:lvl4pPr>
            <a:lvl5pPr>
              <a:defRPr sz="1875" b="0">
                <a:solidFill>
                  <a:srgbClr val="28261F"/>
                </a:solidFill>
                <a:latin typeface="Arial"/>
                <a:ea typeface="Arial"/>
                <a:cs typeface="Arial"/>
              </a:defRPr>
            </a:lvl5pPr>
            <a:lvl6pPr>
              <a:defRPr sz="1875" b="0">
                <a:solidFill>
                  <a:srgbClr val="28261F"/>
                </a:solidFill>
                <a:latin typeface="Arial"/>
                <a:ea typeface="Arial"/>
                <a:cs typeface="Arial"/>
              </a:defRPr>
            </a:lvl6pPr>
            <a:lvl7pPr>
              <a:defRPr sz="1875" b="0">
                <a:solidFill>
                  <a:srgbClr val="28261F"/>
                </a:solidFill>
                <a:latin typeface="Arial"/>
                <a:ea typeface="Arial"/>
                <a:cs typeface="Arial"/>
              </a:defRPr>
            </a:lvl7pPr>
            <a:lvl8pPr>
              <a:defRPr sz="1875" b="0">
                <a:solidFill>
                  <a:srgbClr val="28261F"/>
                </a:solidFill>
                <a:latin typeface="Arial"/>
                <a:ea typeface="Arial"/>
                <a:cs typeface="Arial"/>
              </a:defRPr>
            </a:lvl8pPr>
            <a:lvl9pPr>
              <a:defRPr sz="1875" b="0">
                <a:solidFill>
                  <a:srgbClr val="28261F"/>
                </a:solidFill>
                <a:latin typeface="Arial"/>
                <a:ea typeface="Arial"/>
                <a:cs typeface="Arial"/>
              </a:defRPr>
            </a:lvl9pPr>
          </a:lstStyle>
          <a:p xmlns:a="http://schemas.openxmlformats.org/drawingml/2006/main">
            <a:pPr>
              <a:defRPr sz="1875" b="0">
                <a:solidFill>
                  <a:srgbClr val="28261F"/>
                </a:solidFill>
                <a:latin typeface="Arial"/>
                <a:ea typeface="Arial"/>
                <a:cs typeface="Arial"/>
              </a:defRPr>
            </a:pPr>
            <a:r>
              <a:rPr sz="1875" b="0">
                <a:solidFill>
                  <a:srgbClr val="28261F"/>
                </a:solidFill>
                <a:latin typeface="Arial"/>
                <a:ea typeface="Arial"/>
                <a:cs typeface="Arial"/>
              </a:rPr>
              <a:t>Missing</a:t>
            </a:r>
          </a:p>
          <a:p xmlns:a="http://schemas.openxmlformats.org/drawingml/2006/main">
            <a:pPr>
              <a:defRPr sz="1875" b="0">
                <a:solidFill>
                  <a:srgbClr val="28261F"/>
                </a:solidFill>
                <a:latin typeface="Arial"/>
                <a:ea typeface="Arial"/>
                <a:cs typeface="Arial"/>
              </a:defRPr>
            </a:pPr>
            <a:r>
              <a:rPr sz="1875" b="0">
                <a:solidFill>
                  <a:srgbClr val="28261F"/>
                </a:solidFill>
                <a:latin typeface="Arial"/>
                <a:ea typeface="Arial"/>
                <a:cs typeface="Arial"/>
              </a:rPr>
              <a:t>One place-aware view that keeps</a:t>
            </a:r>
          </a:p>
          <a:p xmlns:a="http://schemas.openxmlformats.org/drawingml/2006/main">
            <a:pPr>
              <a:defRPr sz="1875" b="0">
                <a:solidFill>
                  <a:srgbClr val="28261F"/>
                </a:solidFill>
                <a:latin typeface="Arial"/>
                <a:ea typeface="Arial"/>
                <a:cs typeface="Arial"/>
              </a:defRPr>
            </a:pPr>
            <a:r>
              <a:rPr sz="1875" b="0">
                <a:solidFill>
                  <a:srgbClr val="28261F"/>
                </a:solidFill>
                <a:latin typeface="Arial"/>
                <a:ea typeface="Arial"/>
                <a:cs typeface="Arial"/>
              </a:rPr>
              <a:t>helping when connectivity drops</a:t>
            </a:r>
          </a:p>
        </p:txBody>
      </p:sp>
      <p:sp>
        <p:nvSpPr>
          <p:cNvPr id="10" name="Why it matters: finding the right class shoul">
            <a:extLst xmlns:a="http://schemas.openxmlformats.org/drawingml/2006/main">
              <a:ext uri="{FF2B5EF4-FFF2-40B4-BE49-F238E27FC236}">
                <a16:creationId xmlns:a16="http://schemas.microsoft.com/office/drawing/2014/main" id="{839FDAF0-68E3-4DB6-A22E-2D9B59C721E8}"/>
              </a:ext>
            </a:extLst>
          </p:cNvPr>
          <p:cNvSpPr>
            <a:spLocks xmlns:a="http://schemas.openxmlformats.org/drawingml/2006/main" noGrp="1"/>
          </p:cNvSpPr>
          <p:nvPr/>
        </p:nvSpPr>
        <p:spPr>
          <a:xfrm xmlns:a="http://schemas.openxmlformats.org/drawingml/2006/main">
            <a:off x="723900" y="55149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8261F"/>
                </a:solidFill>
                <a:latin typeface="Arial"/>
                <a:ea typeface="Arial"/>
                <a:cs typeface="Arial"/>
              </a:defRPr>
            </a:defPPr>
            <a:lvl1pPr>
              <a:defRPr sz="1875" b="0">
                <a:solidFill>
                  <a:srgbClr val="28261F"/>
                </a:solidFill>
                <a:latin typeface="Arial"/>
                <a:ea typeface="Arial"/>
                <a:cs typeface="Arial"/>
              </a:defRPr>
            </a:lvl1pPr>
            <a:lvl2pPr>
              <a:defRPr sz="1875" b="0">
                <a:solidFill>
                  <a:srgbClr val="28261F"/>
                </a:solidFill>
                <a:latin typeface="Arial"/>
                <a:ea typeface="Arial"/>
                <a:cs typeface="Arial"/>
              </a:defRPr>
            </a:lvl2pPr>
            <a:lvl3pPr>
              <a:defRPr sz="1875" b="0">
                <a:solidFill>
                  <a:srgbClr val="28261F"/>
                </a:solidFill>
                <a:latin typeface="Arial"/>
                <a:ea typeface="Arial"/>
                <a:cs typeface="Arial"/>
              </a:defRPr>
            </a:lvl3pPr>
            <a:lvl4pPr>
              <a:defRPr sz="1875" b="0">
                <a:solidFill>
                  <a:srgbClr val="28261F"/>
                </a:solidFill>
                <a:latin typeface="Arial"/>
                <a:ea typeface="Arial"/>
                <a:cs typeface="Arial"/>
              </a:defRPr>
            </a:lvl4pPr>
            <a:lvl5pPr>
              <a:defRPr sz="1875" b="0">
                <a:solidFill>
                  <a:srgbClr val="28261F"/>
                </a:solidFill>
                <a:latin typeface="Arial"/>
                <a:ea typeface="Arial"/>
                <a:cs typeface="Arial"/>
              </a:defRPr>
            </a:lvl5pPr>
            <a:lvl6pPr>
              <a:defRPr sz="1875" b="0">
                <a:solidFill>
                  <a:srgbClr val="28261F"/>
                </a:solidFill>
                <a:latin typeface="Arial"/>
                <a:ea typeface="Arial"/>
                <a:cs typeface="Arial"/>
              </a:defRPr>
            </a:lvl6pPr>
            <a:lvl7pPr>
              <a:defRPr sz="1875" b="0">
                <a:solidFill>
                  <a:srgbClr val="28261F"/>
                </a:solidFill>
                <a:latin typeface="Arial"/>
                <a:ea typeface="Arial"/>
                <a:cs typeface="Arial"/>
              </a:defRPr>
            </a:lvl7pPr>
            <a:lvl8pPr>
              <a:defRPr sz="1875" b="0">
                <a:solidFill>
                  <a:srgbClr val="28261F"/>
                </a:solidFill>
                <a:latin typeface="Arial"/>
                <a:ea typeface="Arial"/>
                <a:cs typeface="Arial"/>
              </a:defRPr>
            </a:lvl8pPr>
            <a:lvl9pPr>
              <a:defRPr sz="1875" b="0">
                <a:solidFill>
                  <a:srgbClr val="28261F"/>
                </a:solidFill>
                <a:latin typeface="Arial"/>
                <a:ea typeface="Arial"/>
                <a:cs typeface="Arial"/>
              </a:defRPr>
            </a:lvl9pPr>
          </a:lstStyle>
          <a:p xmlns:a="http://schemas.openxmlformats.org/drawingml/2006/main">
            <a:pPr>
              <a:defRPr sz="1875" b="0">
                <a:solidFill>
                  <a:srgbClr val="28261F"/>
                </a:solidFill>
                <a:latin typeface="Arial"/>
                <a:ea typeface="Arial"/>
                <a:cs typeface="Arial"/>
              </a:defRPr>
            </a:pPr>
            <a:r>
              <a:rPr sz="1875" b="0">
                <a:solidFill>
                  <a:srgbClr val="28261F"/>
                </a:solidFill>
                <a:latin typeface="Arial"/>
                <a:ea typeface="Arial"/>
                <a:cs typeface="Arial"/>
              </a:rPr>
              <a:t>Why it matters: finding the right class should not depend on a working data connection.</a:t>
            </a:r>
          </a:p>
        </p:txBody>
      </p:sp>
    </p:spTree>
    <p:extLst>
      <p:ext uri="{BB962C8B-B14F-4D97-AF65-F5344CB8AC3E}">
        <p14:creationId xmlns:p14="http://schemas.microsoft.com/office/powerpoint/2010/main" val="1852131008"/>
      </p:ext>
    </p:extLst>
  </p:cSld>
</p:sld>
</file>

<file path=ppt/slides/slide3.xml><?xml version="1.0" encoding="utf-8"?>
<p:sld xmlns:p="http://schemas.openxmlformats.org/presentationml/2006/main">
  <p:cSld>
    <p:bg>
      <p:bgPr>
        <a:solidFill xmlns:a="http://schemas.openxmlformats.org/drawingml/2006/main">
          <a:srgbClr val="28261F"/>
        </a:solidFill>
      </p:bgPr>
    </p:bg>
    <p:spTree>
      <p:nvGrpSpPr>
        <p:cNvPr id="1" name=""/>
        <p:cNvGrpSpPr/>
        <p:nvPr/>
      </p:nvGrpSpPr>
      <p:grpSpPr>
        <a:xfrm xmlns:a="http://schemas.openxmlformats.org/drawingml/2006/main"/>
      </p:grpSpPr>
      <p:sp>
        <p:nvSpPr>
          <p:cNvPr id="18" name="One assistant, campus context">
            <a:extLst xmlns:a="http://schemas.openxmlformats.org/drawingml/2006/main">
              <a:ext uri="{FF2B5EF4-FFF2-40B4-BE49-F238E27FC236}">
                <a16:creationId xmlns:a16="http://schemas.microsoft.com/office/drawing/2014/main" id="{3FD71E82-EC6C-4BA8-A782-3E1811483912}"/>
              </a:ext>
            </a:extLst>
          </p:cNvPr>
          <p:cNvSpPr>
            <a:spLocks xmlns:a="http://schemas.openxmlformats.org/drawingml/2006/main" noGrp="1"/>
          </p:cNvSpPr>
          <p:nvPr/>
        </p:nvSpPr>
        <p:spPr>
          <a:xfrm xmlns:a="http://schemas.openxmlformats.org/drawingml/2006/main">
            <a:off x="723900" y="6286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a:solidFill>
                  <a:srgbClr val="F4EDE0"/>
                </a:solidFill>
                <a:latin typeface="Georgia"/>
                <a:ea typeface="Georgia"/>
                <a:cs typeface="Georgia"/>
              </a:defRPr>
            </a:defPPr>
            <a:lvl1pPr>
              <a:defRPr sz="3600" b="0">
                <a:solidFill>
                  <a:srgbClr val="F4EDE0"/>
                </a:solidFill>
                <a:latin typeface="Georgia"/>
                <a:ea typeface="Georgia"/>
                <a:cs typeface="Georgia"/>
              </a:defRPr>
            </a:lvl1pPr>
            <a:lvl2pPr>
              <a:defRPr sz="3600" b="0">
                <a:solidFill>
                  <a:srgbClr val="F4EDE0"/>
                </a:solidFill>
                <a:latin typeface="Georgia"/>
                <a:ea typeface="Georgia"/>
                <a:cs typeface="Georgia"/>
              </a:defRPr>
            </a:lvl2pPr>
            <a:lvl3pPr>
              <a:defRPr sz="3600" b="0">
                <a:solidFill>
                  <a:srgbClr val="F4EDE0"/>
                </a:solidFill>
                <a:latin typeface="Georgia"/>
                <a:ea typeface="Georgia"/>
                <a:cs typeface="Georgia"/>
              </a:defRPr>
            </a:lvl3pPr>
            <a:lvl4pPr>
              <a:defRPr sz="3600" b="0">
                <a:solidFill>
                  <a:srgbClr val="F4EDE0"/>
                </a:solidFill>
                <a:latin typeface="Georgia"/>
                <a:ea typeface="Georgia"/>
                <a:cs typeface="Georgia"/>
              </a:defRPr>
            </a:lvl4pPr>
            <a:lvl5pPr>
              <a:defRPr sz="3600" b="0">
                <a:solidFill>
                  <a:srgbClr val="F4EDE0"/>
                </a:solidFill>
                <a:latin typeface="Georgia"/>
                <a:ea typeface="Georgia"/>
                <a:cs typeface="Georgia"/>
              </a:defRPr>
            </a:lvl5pPr>
            <a:lvl6pPr>
              <a:defRPr sz="3600" b="0">
                <a:solidFill>
                  <a:srgbClr val="F4EDE0"/>
                </a:solidFill>
                <a:latin typeface="Georgia"/>
                <a:ea typeface="Georgia"/>
                <a:cs typeface="Georgia"/>
              </a:defRPr>
            </a:lvl6pPr>
            <a:lvl7pPr>
              <a:defRPr sz="3600" b="0">
                <a:solidFill>
                  <a:srgbClr val="F4EDE0"/>
                </a:solidFill>
                <a:latin typeface="Georgia"/>
                <a:ea typeface="Georgia"/>
                <a:cs typeface="Georgia"/>
              </a:defRPr>
            </a:lvl7pPr>
            <a:lvl8pPr>
              <a:defRPr sz="3600" b="0">
                <a:solidFill>
                  <a:srgbClr val="F4EDE0"/>
                </a:solidFill>
                <a:latin typeface="Georgia"/>
                <a:ea typeface="Georgia"/>
                <a:cs typeface="Georgia"/>
              </a:defRPr>
            </a:lvl8pPr>
            <a:lvl9pPr>
              <a:defRPr sz="3600" b="0">
                <a:solidFill>
                  <a:srgbClr val="F4EDE0"/>
                </a:solidFill>
                <a:latin typeface="Georgia"/>
                <a:ea typeface="Georgia"/>
                <a:cs typeface="Georgia"/>
              </a:defRPr>
            </a:lvl9pPr>
          </a:lstStyle>
          <a:p xmlns:a="http://schemas.openxmlformats.org/drawingml/2006/main">
            <a:pPr>
              <a:defRPr sz="3600" b="0">
                <a:solidFill>
                  <a:srgbClr val="F4EDE0"/>
                </a:solidFill>
                <a:latin typeface="Georgia"/>
                <a:ea typeface="Georgia"/>
                <a:cs typeface="Georgia"/>
              </a:defRPr>
            </a:pPr>
            <a:r>
              <a:rPr sz="3600" b="0">
                <a:solidFill>
                  <a:srgbClr val="F4EDE0"/>
                </a:solidFill>
                <a:latin typeface="Georgia"/>
                <a:ea typeface="Georgia"/>
                <a:cs typeface="Georgia"/>
              </a:rPr>
              <a:t>One assistant, campus context</a:t>
            </a:r>
          </a:p>
        </p:txBody>
      </p:sp>
      <p:sp>
        <p:nvSpPr>
          <p:cNvPr id="2" name="CrystalX / PrismCampus">
            <a:extLst xmlns:a="http://schemas.openxmlformats.org/drawingml/2006/main">
              <a:ext uri="{FF2B5EF4-FFF2-40B4-BE49-F238E27FC236}">
                <a16:creationId xmlns:a16="http://schemas.microsoft.com/office/drawing/2014/main" id="{719845DF-C9F3-40F4-88E8-690467697B0B}"/>
              </a:ext>
            </a:extLst>
          </p:cNvPr>
          <p:cNvSpPr>
            <a:spLocks xmlns:a="http://schemas.openxmlformats.org/drawingml/2006/main" noGrp="1"/>
          </p:cNvSpPr>
          <p:nvPr/>
        </p:nvSpPr>
        <p:spPr>
          <a:xfrm xmlns:a="http://schemas.openxmlformats.org/drawingml/2006/main">
            <a:off x="723900" y="642937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F4EDE0"/>
                </a:solidFill>
                <a:latin typeface="Arial"/>
                <a:ea typeface="Arial"/>
                <a:cs typeface="Arial"/>
              </a:defRPr>
            </a:defPPr>
            <a:lvl1pPr>
              <a:defRPr sz="1200" b="0">
                <a:solidFill>
                  <a:srgbClr val="F4EDE0"/>
                </a:solidFill>
                <a:latin typeface="Arial"/>
                <a:ea typeface="Arial"/>
                <a:cs typeface="Arial"/>
              </a:defRPr>
            </a:lvl1pPr>
            <a:lvl2pPr>
              <a:defRPr sz="1200" b="0">
                <a:solidFill>
                  <a:srgbClr val="F4EDE0"/>
                </a:solidFill>
                <a:latin typeface="Arial"/>
                <a:ea typeface="Arial"/>
                <a:cs typeface="Arial"/>
              </a:defRPr>
            </a:lvl2pPr>
            <a:lvl3pPr>
              <a:defRPr sz="1200" b="0">
                <a:solidFill>
                  <a:srgbClr val="F4EDE0"/>
                </a:solidFill>
                <a:latin typeface="Arial"/>
                <a:ea typeface="Arial"/>
                <a:cs typeface="Arial"/>
              </a:defRPr>
            </a:lvl3pPr>
            <a:lvl4pPr>
              <a:defRPr sz="1200" b="0">
                <a:solidFill>
                  <a:srgbClr val="F4EDE0"/>
                </a:solidFill>
                <a:latin typeface="Arial"/>
                <a:ea typeface="Arial"/>
                <a:cs typeface="Arial"/>
              </a:defRPr>
            </a:lvl4pPr>
            <a:lvl5pPr>
              <a:defRPr sz="1200" b="0">
                <a:solidFill>
                  <a:srgbClr val="F4EDE0"/>
                </a:solidFill>
                <a:latin typeface="Arial"/>
                <a:ea typeface="Arial"/>
                <a:cs typeface="Arial"/>
              </a:defRPr>
            </a:lvl5pPr>
            <a:lvl6pPr>
              <a:defRPr sz="1200" b="0">
                <a:solidFill>
                  <a:srgbClr val="F4EDE0"/>
                </a:solidFill>
                <a:latin typeface="Arial"/>
                <a:ea typeface="Arial"/>
                <a:cs typeface="Arial"/>
              </a:defRPr>
            </a:lvl6pPr>
            <a:lvl7pPr>
              <a:defRPr sz="1200" b="0">
                <a:solidFill>
                  <a:srgbClr val="F4EDE0"/>
                </a:solidFill>
                <a:latin typeface="Arial"/>
                <a:ea typeface="Arial"/>
                <a:cs typeface="Arial"/>
              </a:defRPr>
            </a:lvl7pPr>
            <a:lvl8pPr>
              <a:defRPr sz="1200" b="0">
                <a:solidFill>
                  <a:srgbClr val="F4EDE0"/>
                </a:solidFill>
                <a:latin typeface="Arial"/>
                <a:ea typeface="Arial"/>
                <a:cs typeface="Arial"/>
              </a:defRPr>
            </a:lvl8pPr>
            <a:lvl9pPr>
              <a:defRPr sz="1200" b="0">
                <a:solidFill>
                  <a:srgbClr val="F4EDE0"/>
                </a:solidFill>
                <a:latin typeface="Arial"/>
                <a:ea typeface="Arial"/>
                <a:cs typeface="Arial"/>
              </a:defRPr>
            </a:lvl9pPr>
          </a:lstStyle>
          <a:p xmlns:a="http://schemas.openxmlformats.org/drawingml/2006/main">
            <a:pPr>
              <a:defRPr sz="1200" b="0">
                <a:solidFill>
                  <a:srgbClr val="F4EDE0"/>
                </a:solidFill>
                <a:latin typeface="Arial"/>
                <a:ea typeface="Arial"/>
                <a:cs typeface="Arial"/>
              </a:defRPr>
            </a:pPr>
            <a:r>
              <a:rPr sz="1200" b="0">
                <a:solidFill>
                  <a:srgbClr val="F4EDE0"/>
                </a:solidFill>
                <a:latin typeface="Arial"/>
                <a:ea typeface="Arial"/>
                <a:cs typeface="Arial"/>
              </a:rPr>
              <a:t>CrystalX / PrismCampus</a:t>
            </a:r>
          </a:p>
        </p:txBody>
      </p:sp>
      <p:sp>
        <p:nvSpPr>
          <p:cNvPr id="3" name="03">
            <a:extLst xmlns:a="http://schemas.openxmlformats.org/drawingml/2006/main">
              <a:ext uri="{FF2B5EF4-FFF2-40B4-BE49-F238E27FC236}">
                <a16:creationId xmlns:a16="http://schemas.microsoft.com/office/drawing/2014/main" id="{9241BD58-13EC-4C9C-9D1D-3D5A7389557D}"/>
              </a:ext>
            </a:extLst>
          </p:cNvPr>
          <p:cNvSpPr>
            <a:spLocks xmlns:a="http://schemas.openxmlformats.org/drawingml/2006/main" noGrp="1"/>
          </p:cNvSpPr>
          <p:nvPr/>
        </p:nvSpPr>
        <p:spPr>
          <a:xfrm xmlns:a="http://schemas.openxmlformats.org/drawingml/2006/main">
            <a:off x="11001375" y="64103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F4EDE0"/>
                </a:solidFill>
                <a:latin typeface="Arial"/>
                <a:ea typeface="Arial"/>
                <a:cs typeface="Arial"/>
              </a:defRPr>
            </a:defPPr>
            <a:lvl1pPr>
              <a:defRPr sz="1425" b="0">
                <a:solidFill>
                  <a:srgbClr val="F4EDE0"/>
                </a:solidFill>
                <a:latin typeface="Arial"/>
                <a:ea typeface="Arial"/>
                <a:cs typeface="Arial"/>
              </a:defRPr>
            </a:lvl1pPr>
            <a:lvl2pPr>
              <a:defRPr sz="1425" b="0">
                <a:solidFill>
                  <a:srgbClr val="F4EDE0"/>
                </a:solidFill>
                <a:latin typeface="Arial"/>
                <a:ea typeface="Arial"/>
                <a:cs typeface="Arial"/>
              </a:defRPr>
            </a:lvl2pPr>
            <a:lvl3pPr>
              <a:defRPr sz="1425" b="0">
                <a:solidFill>
                  <a:srgbClr val="F4EDE0"/>
                </a:solidFill>
                <a:latin typeface="Arial"/>
                <a:ea typeface="Arial"/>
                <a:cs typeface="Arial"/>
              </a:defRPr>
            </a:lvl3pPr>
            <a:lvl4pPr>
              <a:defRPr sz="1425" b="0">
                <a:solidFill>
                  <a:srgbClr val="F4EDE0"/>
                </a:solidFill>
                <a:latin typeface="Arial"/>
                <a:ea typeface="Arial"/>
                <a:cs typeface="Arial"/>
              </a:defRPr>
            </a:lvl4pPr>
            <a:lvl5pPr>
              <a:defRPr sz="1425" b="0">
                <a:solidFill>
                  <a:srgbClr val="F4EDE0"/>
                </a:solidFill>
                <a:latin typeface="Arial"/>
                <a:ea typeface="Arial"/>
                <a:cs typeface="Arial"/>
              </a:defRPr>
            </a:lvl5pPr>
            <a:lvl6pPr>
              <a:defRPr sz="1425" b="0">
                <a:solidFill>
                  <a:srgbClr val="F4EDE0"/>
                </a:solidFill>
                <a:latin typeface="Arial"/>
                <a:ea typeface="Arial"/>
                <a:cs typeface="Arial"/>
              </a:defRPr>
            </a:lvl6pPr>
            <a:lvl7pPr>
              <a:defRPr sz="1425" b="0">
                <a:solidFill>
                  <a:srgbClr val="F4EDE0"/>
                </a:solidFill>
                <a:latin typeface="Arial"/>
                <a:ea typeface="Arial"/>
                <a:cs typeface="Arial"/>
              </a:defRPr>
            </a:lvl7pPr>
            <a:lvl8pPr>
              <a:defRPr sz="1425" b="0">
                <a:solidFill>
                  <a:srgbClr val="F4EDE0"/>
                </a:solidFill>
                <a:latin typeface="Arial"/>
                <a:ea typeface="Arial"/>
                <a:cs typeface="Arial"/>
              </a:defRPr>
            </a:lvl8pPr>
            <a:lvl9pPr>
              <a:defRPr sz="1425" b="0">
                <a:solidFill>
                  <a:srgbClr val="F4EDE0"/>
                </a:solidFill>
                <a:latin typeface="Arial"/>
                <a:ea typeface="Arial"/>
                <a:cs typeface="Arial"/>
              </a:defRPr>
            </a:lvl9pPr>
          </a:lstStyle>
          <a:p xmlns:a="http://schemas.openxmlformats.org/drawingml/2006/main">
            <a:pPr>
              <a:defRPr sz="1425" b="0">
                <a:solidFill>
                  <a:srgbClr val="F4EDE0"/>
                </a:solidFill>
                <a:latin typeface="Arial"/>
                <a:ea typeface="Arial"/>
                <a:cs typeface="Arial"/>
              </a:defRPr>
            </a:pPr>
            <a:r>
              <a:rPr sz="1425" b="0">
                <a:solidFill>
                  <a:srgbClr val="F4EDE0"/>
                </a:solidFill>
                <a:latin typeface="Arial"/>
                <a:ea typeface="Arial"/>
                <a:cs typeface="Arial"/>
              </a:rPr>
              <a:t>03</a:t>
            </a:r>
          </a:p>
        </p:txBody>
      </p:sp>
      <p:sp>
        <p:nvSpPr>
          <p:cNvPr id="4" name="01">
            <a:extLst xmlns:a="http://schemas.openxmlformats.org/drawingml/2006/main">
              <a:ext uri="{FF2B5EF4-FFF2-40B4-BE49-F238E27FC236}">
                <a16:creationId xmlns:a16="http://schemas.microsoft.com/office/drawing/2014/main" id="{5A55AC8A-2087-40D3-9B4C-2C71EB838AD8}"/>
              </a:ext>
            </a:extLst>
          </p:cNvPr>
          <p:cNvSpPr>
            <a:spLocks xmlns:a="http://schemas.openxmlformats.org/drawingml/2006/main" noGrp="1"/>
          </p:cNvSpPr>
          <p:nvPr/>
        </p:nvSpPr>
        <p:spPr>
          <a:xfrm xmlns:a="http://schemas.openxmlformats.org/drawingml/2006/main">
            <a:off x="723900" y="16764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CBA25A"/>
                </a:solidFill>
                <a:latin typeface="Georgia"/>
                <a:ea typeface="Georgia"/>
                <a:cs typeface="Georgia"/>
              </a:defRPr>
            </a:defPPr>
            <a:lvl1pPr>
              <a:defRPr sz="3150" b="0">
                <a:solidFill>
                  <a:srgbClr val="CBA25A"/>
                </a:solidFill>
                <a:latin typeface="Georgia"/>
                <a:ea typeface="Georgia"/>
                <a:cs typeface="Georgia"/>
              </a:defRPr>
            </a:lvl1pPr>
            <a:lvl2pPr>
              <a:defRPr sz="3150" b="0">
                <a:solidFill>
                  <a:srgbClr val="CBA25A"/>
                </a:solidFill>
                <a:latin typeface="Georgia"/>
                <a:ea typeface="Georgia"/>
                <a:cs typeface="Georgia"/>
              </a:defRPr>
            </a:lvl2pPr>
            <a:lvl3pPr>
              <a:defRPr sz="3150" b="0">
                <a:solidFill>
                  <a:srgbClr val="CBA25A"/>
                </a:solidFill>
                <a:latin typeface="Georgia"/>
                <a:ea typeface="Georgia"/>
                <a:cs typeface="Georgia"/>
              </a:defRPr>
            </a:lvl3pPr>
            <a:lvl4pPr>
              <a:defRPr sz="3150" b="0">
                <a:solidFill>
                  <a:srgbClr val="CBA25A"/>
                </a:solidFill>
                <a:latin typeface="Georgia"/>
                <a:ea typeface="Georgia"/>
                <a:cs typeface="Georgia"/>
              </a:defRPr>
            </a:lvl4pPr>
            <a:lvl5pPr>
              <a:defRPr sz="3150" b="0">
                <a:solidFill>
                  <a:srgbClr val="CBA25A"/>
                </a:solidFill>
                <a:latin typeface="Georgia"/>
                <a:ea typeface="Georgia"/>
                <a:cs typeface="Georgia"/>
              </a:defRPr>
            </a:lvl5pPr>
            <a:lvl6pPr>
              <a:defRPr sz="3150" b="0">
                <a:solidFill>
                  <a:srgbClr val="CBA25A"/>
                </a:solidFill>
                <a:latin typeface="Georgia"/>
                <a:ea typeface="Georgia"/>
                <a:cs typeface="Georgia"/>
              </a:defRPr>
            </a:lvl6pPr>
            <a:lvl7pPr>
              <a:defRPr sz="3150" b="0">
                <a:solidFill>
                  <a:srgbClr val="CBA25A"/>
                </a:solidFill>
                <a:latin typeface="Georgia"/>
                <a:ea typeface="Georgia"/>
                <a:cs typeface="Georgia"/>
              </a:defRPr>
            </a:lvl7pPr>
            <a:lvl8pPr>
              <a:defRPr sz="3150" b="0">
                <a:solidFill>
                  <a:srgbClr val="CBA25A"/>
                </a:solidFill>
                <a:latin typeface="Georgia"/>
                <a:ea typeface="Georgia"/>
                <a:cs typeface="Georgia"/>
              </a:defRPr>
            </a:lvl8pPr>
            <a:lvl9pPr>
              <a:defRPr sz="3150" b="0">
                <a:solidFill>
                  <a:srgbClr val="CBA25A"/>
                </a:solidFill>
                <a:latin typeface="Georgia"/>
                <a:ea typeface="Georgia"/>
                <a:cs typeface="Georgia"/>
              </a:defRPr>
            </a:lvl9pPr>
          </a:lstStyle>
          <a:p xmlns:a="http://schemas.openxmlformats.org/drawingml/2006/main">
            <a:pPr>
              <a:defRPr sz="3150" b="0">
                <a:solidFill>
                  <a:srgbClr val="CBA25A"/>
                </a:solidFill>
                <a:latin typeface="Georgia"/>
                <a:ea typeface="Georgia"/>
                <a:cs typeface="Georgia"/>
              </a:defRPr>
            </a:pPr>
            <a:r>
              <a:rPr sz="3150" b="0">
                <a:solidFill>
                  <a:srgbClr val="CBA25A"/>
                </a:solidFill>
                <a:latin typeface="Georgia"/>
                <a:ea typeface="Georgia"/>
                <a:cs typeface="Georgia"/>
              </a:rPr>
              <a:t>01</a:t>
            </a:r>
          </a:p>
        </p:txBody>
      </p:sp>
      <p:sp>
        <p:nvSpPr>
          <p:cNvPr id="5" name="02">
            <a:extLst xmlns:a="http://schemas.openxmlformats.org/drawingml/2006/main">
              <a:ext uri="{FF2B5EF4-FFF2-40B4-BE49-F238E27FC236}">
                <a16:creationId xmlns:a16="http://schemas.microsoft.com/office/drawing/2014/main" id="{CC015D8E-1CCB-4AE3-A386-264FE9CA654D}"/>
              </a:ext>
            </a:extLst>
          </p:cNvPr>
          <p:cNvSpPr>
            <a:spLocks xmlns:a="http://schemas.openxmlformats.org/drawingml/2006/main" noGrp="1"/>
          </p:cNvSpPr>
          <p:nvPr/>
        </p:nvSpPr>
        <p:spPr>
          <a:xfrm xmlns:a="http://schemas.openxmlformats.org/drawingml/2006/main">
            <a:off x="4619625" y="16764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CBA25A"/>
                </a:solidFill>
                <a:latin typeface="Georgia"/>
                <a:ea typeface="Georgia"/>
                <a:cs typeface="Georgia"/>
              </a:defRPr>
            </a:defPPr>
            <a:lvl1pPr>
              <a:defRPr sz="3150" b="0">
                <a:solidFill>
                  <a:srgbClr val="CBA25A"/>
                </a:solidFill>
                <a:latin typeface="Georgia"/>
                <a:ea typeface="Georgia"/>
                <a:cs typeface="Georgia"/>
              </a:defRPr>
            </a:lvl1pPr>
            <a:lvl2pPr>
              <a:defRPr sz="3150" b="0">
                <a:solidFill>
                  <a:srgbClr val="CBA25A"/>
                </a:solidFill>
                <a:latin typeface="Georgia"/>
                <a:ea typeface="Georgia"/>
                <a:cs typeface="Georgia"/>
              </a:defRPr>
            </a:lvl2pPr>
            <a:lvl3pPr>
              <a:defRPr sz="3150" b="0">
                <a:solidFill>
                  <a:srgbClr val="CBA25A"/>
                </a:solidFill>
                <a:latin typeface="Georgia"/>
                <a:ea typeface="Georgia"/>
                <a:cs typeface="Georgia"/>
              </a:defRPr>
            </a:lvl3pPr>
            <a:lvl4pPr>
              <a:defRPr sz="3150" b="0">
                <a:solidFill>
                  <a:srgbClr val="CBA25A"/>
                </a:solidFill>
                <a:latin typeface="Georgia"/>
                <a:ea typeface="Georgia"/>
                <a:cs typeface="Georgia"/>
              </a:defRPr>
            </a:lvl4pPr>
            <a:lvl5pPr>
              <a:defRPr sz="3150" b="0">
                <a:solidFill>
                  <a:srgbClr val="CBA25A"/>
                </a:solidFill>
                <a:latin typeface="Georgia"/>
                <a:ea typeface="Georgia"/>
                <a:cs typeface="Georgia"/>
              </a:defRPr>
            </a:lvl5pPr>
            <a:lvl6pPr>
              <a:defRPr sz="3150" b="0">
                <a:solidFill>
                  <a:srgbClr val="CBA25A"/>
                </a:solidFill>
                <a:latin typeface="Georgia"/>
                <a:ea typeface="Georgia"/>
                <a:cs typeface="Georgia"/>
              </a:defRPr>
            </a:lvl6pPr>
            <a:lvl7pPr>
              <a:defRPr sz="3150" b="0">
                <a:solidFill>
                  <a:srgbClr val="CBA25A"/>
                </a:solidFill>
                <a:latin typeface="Georgia"/>
                <a:ea typeface="Georgia"/>
                <a:cs typeface="Georgia"/>
              </a:defRPr>
            </a:lvl7pPr>
            <a:lvl8pPr>
              <a:defRPr sz="3150" b="0">
                <a:solidFill>
                  <a:srgbClr val="CBA25A"/>
                </a:solidFill>
                <a:latin typeface="Georgia"/>
                <a:ea typeface="Georgia"/>
                <a:cs typeface="Georgia"/>
              </a:defRPr>
            </a:lvl8pPr>
            <a:lvl9pPr>
              <a:defRPr sz="3150" b="0">
                <a:solidFill>
                  <a:srgbClr val="CBA25A"/>
                </a:solidFill>
                <a:latin typeface="Georgia"/>
                <a:ea typeface="Georgia"/>
                <a:cs typeface="Georgia"/>
              </a:defRPr>
            </a:lvl9pPr>
          </a:lstStyle>
          <a:p xmlns:a="http://schemas.openxmlformats.org/drawingml/2006/main">
            <a:pPr>
              <a:defRPr sz="3150" b="0">
                <a:solidFill>
                  <a:srgbClr val="CBA25A"/>
                </a:solidFill>
                <a:latin typeface="Georgia"/>
                <a:ea typeface="Georgia"/>
                <a:cs typeface="Georgia"/>
              </a:defRPr>
            </a:pPr>
            <a:r>
              <a:rPr sz="3150" b="0">
                <a:solidFill>
                  <a:srgbClr val="CBA25A"/>
                </a:solidFill>
                <a:latin typeface="Georgia"/>
                <a:ea typeface="Georgia"/>
                <a:cs typeface="Georgia"/>
              </a:rPr>
              <a:t>02</a:t>
            </a:r>
          </a:p>
        </p:txBody>
      </p:sp>
      <p:sp>
        <p:nvSpPr>
          <p:cNvPr id="6" name="03">
            <a:extLst xmlns:a="http://schemas.openxmlformats.org/drawingml/2006/main">
              <a:ext uri="{FF2B5EF4-FFF2-40B4-BE49-F238E27FC236}">
                <a16:creationId xmlns:a16="http://schemas.microsoft.com/office/drawing/2014/main" id="{2752A218-C2A9-4D47-B3A0-E356E8443F90}"/>
              </a:ext>
            </a:extLst>
          </p:cNvPr>
          <p:cNvSpPr>
            <a:spLocks xmlns:a="http://schemas.openxmlformats.org/drawingml/2006/main" noGrp="1"/>
          </p:cNvSpPr>
          <p:nvPr/>
        </p:nvSpPr>
        <p:spPr>
          <a:xfrm xmlns:a="http://schemas.openxmlformats.org/drawingml/2006/main">
            <a:off x="8524875" y="16764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CBA25A"/>
                </a:solidFill>
                <a:latin typeface="Georgia"/>
                <a:ea typeface="Georgia"/>
                <a:cs typeface="Georgia"/>
              </a:defRPr>
            </a:defPPr>
            <a:lvl1pPr>
              <a:defRPr sz="3150" b="0">
                <a:solidFill>
                  <a:srgbClr val="CBA25A"/>
                </a:solidFill>
                <a:latin typeface="Georgia"/>
                <a:ea typeface="Georgia"/>
                <a:cs typeface="Georgia"/>
              </a:defRPr>
            </a:lvl1pPr>
            <a:lvl2pPr>
              <a:defRPr sz="3150" b="0">
                <a:solidFill>
                  <a:srgbClr val="CBA25A"/>
                </a:solidFill>
                <a:latin typeface="Georgia"/>
                <a:ea typeface="Georgia"/>
                <a:cs typeface="Georgia"/>
              </a:defRPr>
            </a:lvl2pPr>
            <a:lvl3pPr>
              <a:defRPr sz="3150" b="0">
                <a:solidFill>
                  <a:srgbClr val="CBA25A"/>
                </a:solidFill>
                <a:latin typeface="Georgia"/>
                <a:ea typeface="Georgia"/>
                <a:cs typeface="Georgia"/>
              </a:defRPr>
            </a:lvl3pPr>
            <a:lvl4pPr>
              <a:defRPr sz="3150" b="0">
                <a:solidFill>
                  <a:srgbClr val="CBA25A"/>
                </a:solidFill>
                <a:latin typeface="Georgia"/>
                <a:ea typeface="Georgia"/>
                <a:cs typeface="Georgia"/>
              </a:defRPr>
            </a:lvl4pPr>
            <a:lvl5pPr>
              <a:defRPr sz="3150" b="0">
                <a:solidFill>
                  <a:srgbClr val="CBA25A"/>
                </a:solidFill>
                <a:latin typeface="Georgia"/>
                <a:ea typeface="Georgia"/>
                <a:cs typeface="Georgia"/>
              </a:defRPr>
            </a:lvl5pPr>
            <a:lvl6pPr>
              <a:defRPr sz="3150" b="0">
                <a:solidFill>
                  <a:srgbClr val="CBA25A"/>
                </a:solidFill>
                <a:latin typeface="Georgia"/>
                <a:ea typeface="Georgia"/>
                <a:cs typeface="Georgia"/>
              </a:defRPr>
            </a:lvl6pPr>
            <a:lvl7pPr>
              <a:defRPr sz="3150" b="0">
                <a:solidFill>
                  <a:srgbClr val="CBA25A"/>
                </a:solidFill>
                <a:latin typeface="Georgia"/>
                <a:ea typeface="Georgia"/>
                <a:cs typeface="Georgia"/>
              </a:defRPr>
            </a:lvl7pPr>
            <a:lvl8pPr>
              <a:defRPr sz="3150" b="0">
                <a:solidFill>
                  <a:srgbClr val="CBA25A"/>
                </a:solidFill>
                <a:latin typeface="Georgia"/>
                <a:ea typeface="Georgia"/>
                <a:cs typeface="Georgia"/>
              </a:defRPr>
            </a:lvl8pPr>
            <a:lvl9pPr>
              <a:defRPr sz="3150" b="0">
                <a:solidFill>
                  <a:srgbClr val="CBA25A"/>
                </a:solidFill>
                <a:latin typeface="Georgia"/>
                <a:ea typeface="Georgia"/>
                <a:cs typeface="Georgia"/>
              </a:defRPr>
            </a:lvl9pPr>
          </a:lstStyle>
          <a:p xmlns:a="http://schemas.openxmlformats.org/drawingml/2006/main">
            <a:pPr>
              <a:defRPr sz="3150" b="0">
                <a:solidFill>
                  <a:srgbClr val="CBA25A"/>
                </a:solidFill>
                <a:latin typeface="Georgia"/>
                <a:ea typeface="Georgia"/>
                <a:cs typeface="Georgia"/>
              </a:defRPr>
            </a:pPr>
            <a:r>
              <a:rPr sz="3150" b="0">
                <a:solidFill>
                  <a:srgbClr val="CBA25A"/>
                </a:solidFill>
                <a:latin typeface="Georgia"/>
                <a:ea typeface="Georgia"/>
                <a:cs typeface="Georgia"/>
              </a:rPr>
              <a:t>03</a:t>
            </a:r>
          </a:p>
        </p:txBody>
      </p:sp>
      <p:sp>
        <p:nvSpPr>
          <p:cNvPr id="7" name="Ask or upload">
            <a:extLst xmlns:a="http://schemas.openxmlformats.org/drawingml/2006/main">
              <a:ext uri="{FF2B5EF4-FFF2-40B4-BE49-F238E27FC236}">
                <a16:creationId xmlns:a16="http://schemas.microsoft.com/office/drawing/2014/main" id="{DC0BC13C-33F7-4B4F-8107-41F6E94BA062}"/>
              </a:ext>
            </a:extLst>
          </p:cNvPr>
          <p:cNvSpPr>
            <a:spLocks xmlns:a="http://schemas.openxmlformats.org/drawingml/2006/main" noGrp="1"/>
          </p:cNvSpPr>
          <p:nvPr/>
        </p:nvSpPr>
        <p:spPr>
          <a:xfrm xmlns:a="http://schemas.openxmlformats.org/drawingml/2006/main">
            <a:off x="723900" y="22860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AEF"/>
                </a:solidFill>
                <a:latin typeface="Arial"/>
                <a:ea typeface="Arial"/>
                <a:cs typeface="Arial"/>
              </a:defRPr>
            </a:defPPr>
            <a:lvl1pPr>
              <a:defRPr sz="2250" b="1">
                <a:solidFill>
                  <a:srgbClr val="FFFAEF"/>
                </a:solidFill>
                <a:latin typeface="Arial"/>
                <a:ea typeface="Arial"/>
                <a:cs typeface="Arial"/>
              </a:defRPr>
            </a:lvl1pPr>
            <a:lvl2pPr>
              <a:defRPr sz="2250" b="1">
                <a:solidFill>
                  <a:srgbClr val="FFFAEF"/>
                </a:solidFill>
                <a:latin typeface="Arial"/>
                <a:ea typeface="Arial"/>
                <a:cs typeface="Arial"/>
              </a:defRPr>
            </a:lvl2pPr>
            <a:lvl3pPr>
              <a:defRPr sz="2250" b="1">
                <a:solidFill>
                  <a:srgbClr val="FFFAEF"/>
                </a:solidFill>
                <a:latin typeface="Arial"/>
                <a:ea typeface="Arial"/>
                <a:cs typeface="Arial"/>
              </a:defRPr>
            </a:lvl3pPr>
            <a:lvl4pPr>
              <a:defRPr sz="2250" b="1">
                <a:solidFill>
                  <a:srgbClr val="FFFAEF"/>
                </a:solidFill>
                <a:latin typeface="Arial"/>
                <a:ea typeface="Arial"/>
                <a:cs typeface="Arial"/>
              </a:defRPr>
            </a:lvl4pPr>
            <a:lvl5pPr>
              <a:defRPr sz="2250" b="1">
                <a:solidFill>
                  <a:srgbClr val="FFFAEF"/>
                </a:solidFill>
                <a:latin typeface="Arial"/>
                <a:ea typeface="Arial"/>
                <a:cs typeface="Arial"/>
              </a:defRPr>
            </a:lvl5pPr>
            <a:lvl6pPr>
              <a:defRPr sz="2250" b="1">
                <a:solidFill>
                  <a:srgbClr val="FFFAEF"/>
                </a:solidFill>
                <a:latin typeface="Arial"/>
                <a:ea typeface="Arial"/>
                <a:cs typeface="Arial"/>
              </a:defRPr>
            </a:lvl6pPr>
            <a:lvl7pPr>
              <a:defRPr sz="2250" b="1">
                <a:solidFill>
                  <a:srgbClr val="FFFAEF"/>
                </a:solidFill>
                <a:latin typeface="Arial"/>
                <a:ea typeface="Arial"/>
                <a:cs typeface="Arial"/>
              </a:defRPr>
            </a:lvl7pPr>
            <a:lvl8pPr>
              <a:defRPr sz="2250" b="1">
                <a:solidFill>
                  <a:srgbClr val="FFFAEF"/>
                </a:solidFill>
                <a:latin typeface="Arial"/>
                <a:ea typeface="Arial"/>
                <a:cs typeface="Arial"/>
              </a:defRPr>
            </a:lvl8pPr>
            <a:lvl9pPr>
              <a:defRPr sz="2250" b="1">
                <a:solidFill>
                  <a:srgbClr val="FFFAEF"/>
                </a:solidFill>
                <a:latin typeface="Arial"/>
                <a:ea typeface="Arial"/>
                <a:cs typeface="Arial"/>
              </a:defRPr>
            </a:lvl9pPr>
          </a:lstStyle>
          <a:p xmlns:a="http://schemas.openxmlformats.org/drawingml/2006/main">
            <a:pPr>
              <a:defRPr sz="2250" b="1">
                <a:solidFill>
                  <a:srgbClr val="FFFAEF"/>
                </a:solidFill>
                <a:latin typeface="Arial"/>
                <a:ea typeface="Arial"/>
                <a:cs typeface="Arial"/>
              </a:defRPr>
            </a:pPr>
            <a:r>
              <a:rPr sz="2250" b="1">
                <a:solidFill>
                  <a:srgbClr val="FFFAEF"/>
                </a:solidFill>
                <a:latin typeface="Arial"/>
                <a:ea typeface="Arial"/>
                <a:cs typeface="Arial"/>
              </a:rPr>
              <a:t>Ask or upload</a:t>
            </a:r>
          </a:p>
        </p:txBody>
      </p:sp>
      <p:sp>
        <p:nvSpPr>
          <p:cNvPr id="8" name="Voice, text or a&#10;timetable image">
            <a:extLst xmlns:a="http://schemas.openxmlformats.org/drawingml/2006/main">
              <a:ext uri="{FF2B5EF4-FFF2-40B4-BE49-F238E27FC236}">
                <a16:creationId xmlns:a16="http://schemas.microsoft.com/office/drawing/2014/main" id="{0FC15E86-344D-4B6E-A7DB-BB6C9C873476}"/>
              </a:ext>
            </a:extLst>
          </p:cNvPr>
          <p:cNvSpPr>
            <a:spLocks xmlns:a="http://schemas.openxmlformats.org/drawingml/2006/main" noGrp="1"/>
          </p:cNvSpPr>
          <p:nvPr/>
        </p:nvSpPr>
        <p:spPr>
          <a:xfrm xmlns:a="http://schemas.openxmlformats.org/drawingml/2006/main">
            <a:off x="723900" y="279082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4EDE0"/>
                </a:solidFill>
                <a:latin typeface="Arial"/>
                <a:ea typeface="Arial"/>
                <a:cs typeface="Arial"/>
              </a:defRPr>
            </a:defPPr>
            <a:lvl1pPr>
              <a:defRPr sz="1875" b="0">
                <a:solidFill>
                  <a:srgbClr val="F4EDE0"/>
                </a:solidFill>
                <a:latin typeface="Arial"/>
                <a:ea typeface="Arial"/>
                <a:cs typeface="Arial"/>
              </a:defRPr>
            </a:lvl1pPr>
            <a:lvl2pPr>
              <a:defRPr sz="1875" b="0">
                <a:solidFill>
                  <a:srgbClr val="F4EDE0"/>
                </a:solidFill>
                <a:latin typeface="Arial"/>
                <a:ea typeface="Arial"/>
                <a:cs typeface="Arial"/>
              </a:defRPr>
            </a:lvl2pPr>
            <a:lvl3pPr>
              <a:defRPr sz="1875" b="0">
                <a:solidFill>
                  <a:srgbClr val="F4EDE0"/>
                </a:solidFill>
                <a:latin typeface="Arial"/>
                <a:ea typeface="Arial"/>
                <a:cs typeface="Arial"/>
              </a:defRPr>
            </a:lvl3pPr>
            <a:lvl4pPr>
              <a:defRPr sz="1875" b="0">
                <a:solidFill>
                  <a:srgbClr val="F4EDE0"/>
                </a:solidFill>
                <a:latin typeface="Arial"/>
                <a:ea typeface="Arial"/>
                <a:cs typeface="Arial"/>
              </a:defRPr>
            </a:lvl4pPr>
            <a:lvl5pPr>
              <a:defRPr sz="1875" b="0">
                <a:solidFill>
                  <a:srgbClr val="F4EDE0"/>
                </a:solidFill>
                <a:latin typeface="Arial"/>
                <a:ea typeface="Arial"/>
                <a:cs typeface="Arial"/>
              </a:defRPr>
            </a:lvl5pPr>
            <a:lvl6pPr>
              <a:defRPr sz="1875" b="0">
                <a:solidFill>
                  <a:srgbClr val="F4EDE0"/>
                </a:solidFill>
                <a:latin typeface="Arial"/>
                <a:ea typeface="Arial"/>
                <a:cs typeface="Arial"/>
              </a:defRPr>
            </a:lvl6pPr>
            <a:lvl7pPr>
              <a:defRPr sz="1875" b="0">
                <a:solidFill>
                  <a:srgbClr val="F4EDE0"/>
                </a:solidFill>
                <a:latin typeface="Arial"/>
                <a:ea typeface="Arial"/>
                <a:cs typeface="Arial"/>
              </a:defRPr>
            </a:lvl7pPr>
            <a:lvl8pPr>
              <a:defRPr sz="1875" b="0">
                <a:solidFill>
                  <a:srgbClr val="F4EDE0"/>
                </a:solidFill>
                <a:latin typeface="Arial"/>
                <a:ea typeface="Arial"/>
                <a:cs typeface="Arial"/>
              </a:defRPr>
            </a:lvl8pPr>
            <a:lvl9pPr>
              <a:defRPr sz="1875" b="0">
                <a:solidFill>
                  <a:srgbClr val="F4EDE0"/>
                </a:solidFill>
                <a:latin typeface="Arial"/>
                <a:ea typeface="Arial"/>
                <a:cs typeface="Arial"/>
              </a:defRPr>
            </a:lvl9pPr>
          </a:lstStyle>
          <a:p xmlns:a="http://schemas.openxmlformats.org/drawingml/2006/main">
            <a:pPr>
              <a:defRPr sz="1875" b="0">
                <a:solidFill>
                  <a:srgbClr val="F4EDE0"/>
                </a:solidFill>
                <a:latin typeface="Arial"/>
                <a:ea typeface="Arial"/>
                <a:cs typeface="Arial"/>
              </a:defRPr>
            </a:pPr>
            <a:r>
              <a:rPr sz="1875" b="0">
                <a:solidFill>
                  <a:srgbClr val="F4EDE0"/>
                </a:solidFill>
                <a:latin typeface="Arial"/>
                <a:ea typeface="Arial"/>
                <a:cs typeface="Arial"/>
              </a:rPr>
              <a:t>Voice, text or a</a:t>
            </a:r>
          </a:p>
          <a:p xmlns:a="http://schemas.openxmlformats.org/drawingml/2006/main">
            <a:pPr>
              <a:defRPr sz="1875" b="0">
                <a:solidFill>
                  <a:srgbClr val="F4EDE0"/>
                </a:solidFill>
                <a:latin typeface="Arial"/>
                <a:ea typeface="Arial"/>
                <a:cs typeface="Arial"/>
              </a:defRPr>
            </a:pPr>
            <a:r>
              <a:rPr sz="1875" b="0">
                <a:solidFill>
                  <a:srgbClr val="F4EDE0"/>
                </a:solidFill>
                <a:latin typeface="Arial"/>
                <a:ea typeface="Arial"/>
                <a:cs typeface="Arial"/>
              </a:rPr>
              <a:t>timetable image</a:t>
            </a:r>
          </a:p>
        </p:txBody>
      </p:sp>
      <p:sp>
        <p:nvSpPr>
          <p:cNvPr id="9" name="Route the request">
            <a:extLst xmlns:a="http://schemas.openxmlformats.org/drawingml/2006/main">
              <a:ext uri="{FF2B5EF4-FFF2-40B4-BE49-F238E27FC236}">
                <a16:creationId xmlns:a16="http://schemas.microsoft.com/office/drawing/2014/main" id="{76E82E01-D1CC-4E96-AC6E-BBDA3C171DF2}"/>
              </a:ext>
            </a:extLst>
          </p:cNvPr>
          <p:cNvSpPr>
            <a:spLocks xmlns:a="http://schemas.openxmlformats.org/drawingml/2006/main" noGrp="1"/>
          </p:cNvSpPr>
          <p:nvPr/>
        </p:nvSpPr>
        <p:spPr>
          <a:xfrm xmlns:a="http://schemas.openxmlformats.org/drawingml/2006/main">
            <a:off x="4619625" y="228600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AEF"/>
                </a:solidFill>
                <a:latin typeface="Arial"/>
                <a:ea typeface="Arial"/>
                <a:cs typeface="Arial"/>
              </a:defRPr>
            </a:defPPr>
            <a:lvl1pPr>
              <a:defRPr sz="2250" b="1">
                <a:solidFill>
                  <a:srgbClr val="FFFAEF"/>
                </a:solidFill>
                <a:latin typeface="Arial"/>
                <a:ea typeface="Arial"/>
                <a:cs typeface="Arial"/>
              </a:defRPr>
            </a:lvl1pPr>
            <a:lvl2pPr>
              <a:defRPr sz="2250" b="1">
                <a:solidFill>
                  <a:srgbClr val="FFFAEF"/>
                </a:solidFill>
                <a:latin typeface="Arial"/>
                <a:ea typeface="Arial"/>
                <a:cs typeface="Arial"/>
              </a:defRPr>
            </a:lvl2pPr>
            <a:lvl3pPr>
              <a:defRPr sz="2250" b="1">
                <a:solidFill>
                  <a:srgbClr val="FFFAEF"/>
                </a:solidFill>
                <a:latin typeface="Arial"/>
                <a:ea typeface="Arial"/>
                <a:cs typeface="Arial"/>
              </a:defRPr>
            </a:lvl3pPr>
            <a:lvl4pPr>
              <a:defRPr sz="2250" b="1">
                <a:solidFill>
                  <a:srgbClr val="FFFAEF"/>
                </a:solidFill>
                <a:latin typeface="Arial"/>
                <a:ea typeface="Arial"/>
                <a:cs typeface="Arial"/>
              </a:defRPr>
            </a:lvl4pPr>
            <a:lvl5pPr>
              <a:defRPr sz="2250" b="1">
                <a:solidFill>
                  <a:srgbClr val="FFFAEF"/>
                </a:solidFill>
                <a:latin typeface="Arial"/>
                <a:ea typeface="Arial"/>
                <a:cs typeface="Arial"/>
              </a:defRPr>
            </a:lvl5pPr>
            <a:lvl6pPr>
              <a:defRPr sz="2250" b="1">
                <a:solidFill>
                  <a:srgbClr val="FFFAEF"/>
                </a:solidFill>
                <a:latin typeface="Arial"/>
                <a:ea typeface="Arial"/>
                <a:cs typeface="Arial"/>
              </a:defRPr>
            </a:lvl6pPr>
            <a:lvl7pPr>
              <a:defRPr sz="2250" b="1">
                <a:solidFill>
                  <a:srgbClr val="FFFAEF"/>
                </a:solidFill>
                <a:latin typeface="Arial"/>
                <a:ea typeface="Arial"/>
                <a:cs typeface="Arial"/>
              </a:defRPr>
            </a:lvl7pPr>
            <a:lvl8pPr>
              <a:defRPr sz="2250" b="1">
                <a:solidFill>
                  <a:srgbClr val="FFFAEF"/>
                </a:solidFill>
                <a:latin typeface="Arial"/>
                <a:ea typeface="Arial"/>
                <a:cs typeface="Arial"/>
              </a:defRPr>
            </a:lvl8pPr>
            <a:lvl9pPr>
              <a:defRPr sz="2250" b="1">
                <a:solidFill>
                  <a:srgbClr val="FFFAEF"/>
                </a:solidFill>
                <a:latin typeface="Arial"/>
                <a:ea typeface="Arial"/>
                <a:cs typeface="Arial"/>
              </a:defRPr>
            </a:lvl9pPr>
          </a:lstStyle>
          <a:p xmlns:a="http://schemas.openxmlformats.org/drawingml/2006/main">
            <a:pPr>
              <a:defRPr sz="2250" b="1">
                <a:solidFill>
                  <a:srgbClr val="FFFAEF"/>
                </a:solidFill>
                <a:latin typeface="Arial"/>
                <a:ea typeface="Arial"/>
                <a:cs typeface="Arial"/>
              </a:defRPr>
            </a:pPr>
            <a:r>
              <a:rPr sz="2250" b="1">
                <a:solidFill>
                  <a:srgbClr val="FFFAEF"/>
                </a:solidFill>
                <a:latin typeface="Arial"/>
                <a:ea typeface="Arial"/>
                <a:cs typeface="Arial"/>
              </a:rPr>
              <a:t>Route the request</a:t>
            </a:r>
          </a:p>
        </p:txBody>
      </p:sp>
      <p:sp>
        <p:nvSpPr>
          <p:cNvPr id="10" name="Instant commands, Gemini&#10;or Qwen on the phone">
            <a:extLst xmlns:a="http://schemas.openxmlformats.org/drawingml/2006/main">
              <a:ext uri="{FF2B5EF4-FFF2-40B4-BE49-F238E27FC236}">
                <a16:creationId xmlns:a16="http://schemas.microsoft.com/office/drawing/2014/main" id="{A321AC3E-3E11-47AA-92F7-25BB7911A9F5}"/>
              </a:ext>
            </a:extLst>
          </p:cNvPr>
          <p:cNvSpPr>
            <a:spLocks xmlns:a="http://schemas.openxmlformats.org/drawingml/2006/main" noGrp="1"/>
          </p:cNvSpPr>
          <p:nvPr/>
        </p:nvSpPr>
        <p:spPr>
          <a:xfrm xmlns:a="http://schemas.openxmlformats.org/drawingml/2006/main">
            <a:off x="4619625" y="2790825"/>
            <a:ext cx="342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4EDE0"/>
                </a:solidFill>
                <a:latin typeface="Arial"/>
                <a:ea typeface="Arial"/>
                <a:cs typeface="Arial"/>
              </a:defRPr>
            </a:defPPr>
            <a:lvl1pPr>
              <a:defRPr sz="1875" b="0">
                <a:solidFill>
                  <a:srgbClr val="F4EDE0"/>
                </a:solidFill>
                <a:latin typeface="Arial"/>
                <a:ea typeface="Arial"/>
                <a:cs typeface="Arial"/>
              </a:defRPr>
            </a:lvl1pPr>
            <a:lvl2pPr>
              <a:defRPr sz="1875" b="0">
                <a:solidFill>
                  <a:srgbClr val="F4EDE0"/>
                </a:solidFill>
                <a:latin typeface="Arial"/>
                <a:ea typeface="Arial"/>
                <a:cs typeface="Arial"/>
              </a:defRPr>
            </a:lvl2pPr>
            <a:lvl3pPr>
              <a:defRPr sz="1875" b="0">
                <a:solidFill>
                  <a:srgbClr val="F4EDE0"/>
                </a:solidFill>
                <a:latin typeface="Arial"/>
                <a:ea typeface="Arial"/>
                <a:cs typeface="Arial"/>
              </a:defRPr>
            </a:lvl3pPr>
            <a:lvl4pPr>
              <a:defRPr sz="1875" b="0">
                <a:solidFill>
                  <a:srgbClr val="F4EDE0"/>
                </a:solidFill>
                <a:latin typeface="Arial"/>
                <a:ea typeface="Arial"/>
                <a:cs typeface="Arial"/>
              </a:defRPr>
            </a:lvl4pPr>
            <a:lvl5pPr>
              <a:defRPr sz="1875" b="0">
                <a:solidFill>
                  <a:srgbClr val="F4EDE0"/>
                </a:solidFill>
                <a:latin typeface="Arial"/>
                <a:ea typeface="Arial"/>
                <a:cs typeface="Arial"/>
              </a:defRPr>
            </a:lvl5pPr>
            <a:lvl6pPr>
              <a:defRPr sz="1875" b="0">
                <a:solidFill>
                  <a:srgbClr val="F4EDE0"/>
                </a:solidFill>
                <a:latin typeface="Arial"/>
                <a:ea typeface="Arial"/>
                <a:cs typeface="Arial"/>
              </a:defRPr>
            </a:lvl6pPr>
            <a:lvl7pPr>
              <a:defRPr sz="1875" b="0">
                <a:solidFill>
                  <a:srgbClr val="F4EDE0"/>
                </a:solidFill>
                <a:latin typeface="Arial"/>
                <a:ea typeface="Arial"/>
                <a:cs typeface="Arial"/>
              </a:defRPr>
            </a:lvl7pPr>
            <a:lvl8pPr>
              <a:defRPr sz="1875" b="0">
                <a:solidFill>
                  <a:srgbClr val="F4EDE0"/>
                </a:solidFill>
                <a:latin typeface="Arial"/>
                <a:ea typeface="Arial"/>
                <a:cs typeface="Arial"/>
              </a:defRPr>
            </a:lvl8pPr>
            <a:lvl9pPr>
              <a:defRPr sz="1875" b="0">
                <a:solidFill>
                  <a:srgbClr val="F4EDE0"/>
                </a:solidFill>
                <a:latin typeface="Arial"/>
                <a:ea typeface="Arial"/>
                <a:cs typeface="Arial"/>
              </a:defRPr>
            </a:lvl9pPr>
          </a:lstStyle>
          <a:p xmlns:a="http://schemas.openxmlformats.org/drawingml/2006/main">
            <a:pPr>
              <a:defRPr sz="1875" b="0">
                <a:solidFill>
                  <a:srgbClr val="F4EDE0"/>
                </a:solidFill>
                <a:latin typeface="Arial"/>
                <a:ea typeface="Arial"/>
                <a:cs typeface="Arial"/>
              </a:defRPr>
            </a:pPr>
            <a:r>
              <a:rPr sz="1875" b="0">
                <a:solidFill>
                  <a:srgbClr val="F4EDE0"/>
                </a:solidFill>
                <a:latin typeface="Arial"/>
                <a:ea typeface="Arial"/>
                <a:cs typeface="Arial"/>
              </a:rPr>
              <a:t>Instant commands, Gemini</a:t>
            </a:r>
          </a:p>
          <a:p xmlns:a="http://schemas.openxmlformats.org/drawingml/2006/main">
            <a:pPr>
              <a:defRPr sz="1875" b="0">
                <a:solidFill>
                  <a:srgbClr val="F4EDE0"/>
                </a:solidFill>
                <a:latin typeface="Arial"/>
                <a:ea typeface="Arial"/>
                <a:cs typeface="Arial"/>
              </a:defRPr>
            </a:pPr>
            <a:r>
              <a:rPr sz="1875" b="0">
                <a:solidFill>
                  <a:srgbClr val="F4EDE0"/>
                </a:solidFill>
                <a:latin typeface="Arial"/>
                <a:ea typeface="Arial"/>
                <a:cs typeface="Arial"/>
              </a:rPr>
              <a:t>or Qwen on the phone</a:t>
            </a:r>
          </a:p>
        </p:txBody>
      </p:sp>
      <p:sp>
        <p:nvSpPr>
          <p:cNvPr id="11" name="Get useful help">
            <a:extLst xmlns:a="http://schemas.openxmlformats.org/drawingml/2006/main">
              <a:ext uri="{FF2B5EF4-FFF2-40B4-BE49-F238E27FC236}">
                <a16:creationId xmlns:a16="http://schemas.microsoft.com/office/drawing/2014/main" id="{6A116D0F-AF63-4F78-8322-F3E75484D8E1}"/>
              </a:ext>
            </a:extLst>
          </p:cNvPr>
          <p:cNvSpPr>
            <a:spLocks xmlns:a="http://schemas.openxmlformats.org/drawingml/2006/main" noGrp="1"/>
          </p:cNvSpPr>
          <p:nvPr/>
        </p:nvSpPr>
        <p:spPr>
          <a:xfrm xmlns:a="http://schemas.openxmlformats.org/drawingml/2006/main">
            <a:off x="8524875" y="22860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AEF"/>
                </a:solidFill>
                <a:latin typeface="Arial"/>
                <a:ea typeface="Arial"/>
                <a:cs typeface="Arial"/>
              </a:defRPr>
            </a:defPPr>
            <a:lvl1pPr>
              <a:defRPr sz="2250" b="1">
                <a:solidFill>
                  <a:srgbClr val="FFFAEF"/>
                </a:solidFill>
                <a:latin typeface="Arial"/>
                <a:ea typeface="Arial"/>
                <a:cs typeface="Arial"/>
              </a:defRPr>
            </a:lvl1pPr>
            <a:lvl2pPr>
              <a:defRPr sz="2250" b="1">
                <a:solidFill>
                  <a:srgbClr val="FFFAEF"/>
                </a:solidFill>
                <a:latin typeface="Arial"/>
                <a:ea typeface="Arial"/>
                <a:cs typeface="Arial"/>
              </a:defRPr>
            </a:lvl2pPr>
            <a:lvl3pPr>
              <a:defRPr sz="2250" b="1">
                <a:solidFill>
                  <a:srgbClr val="FFFAEF"/>
                </a:solidFill>
                <a:latin typeface="Arial"/>
                <a:ea typeface="Arial"/>
                <a:cs typeface="Arial"/>
              </a:defRPr>
            </a:lvl3pPr>
            <a:lvl4pPr>
              <a:defRPr sz="2250" b="1">
                <a:solidFill>
                  <a:srgbClr val="FFFAEF"/>
                </a:solidFill>
                <a:latin typeface="Arial"/>
                <a:ea typeface="Arial"/>
                <a:cs typeface="Arial"/>
              </a:defRPr>
            </a:lvl4pPr>
            <a:lvl5pPr>
              <a:defRPr sz="2250" b="1">
                <a:solidFill>
                  <a:srgbClr val="FFFAEF"/>
                </a:solidFill>
                <a:latin typeface="Arial"/>
                <a:ea typeface="Arial"/>
                <a:cs typeface="Arial"/>
              </a:defRPr>
            </a:lvl5pPr>
            <a:lvl6pPr>
              <a:defRPr sz="2250" b="1">
                <a:solidFill>
                  <a:srgbClr val="FFFAEF"/>
                </a:solidFill>
                <a:latin typeface="Arial"/>
                <a:ea typeface="Arial"/>
                <a:cs typeface="Arial"/>
              </a:defRPr>
            </a:lvl6pPr>
            <a:lvl7pPr>
              <a:defRPr sz="2250" b="1">
                <a:solidFill>
                  <a:srgbClr val="FFFAEF"/>
                </a:solidFill>
                <a:latin typeface="Arial"/>
                <a:ea typeface="Arial"/>
                <a:cs typeface="Arial"/>
              </a:defRPr>
            </a:lvl7pPr>
            <a:lvl8pPr>
              <a:defRPr sz="2250" b="1">
                <a:solidFill>
                  <a:srgbClr val="FFFAEF"/>
                </a:solidFill>
                <a:latin typeface="Arial"/>
                <a:ea typeface="Arial"/>
                <a:cs typeface="Arial"/>
              </a:defRPr>
            </a:lvl8pPr>
            <a:lvl9pPr>
              <a:defRPr sz="2250" b="1">
                <a:solidFill>
                  <a:srgbClr val="FFFAEF"/>
                </a:solidFill>
                <a:latin typeface="Arial"/>
                <a:ea typeface="Arial"/>
                <a:cs typeface="Arial"/>
              </a:defRPr>
            </a:lvl9pPr>
          </a:lstStyle>
          <a:p xmlns:a="http://schemas.openxmlformats.org/drawingml/2006/main">
            <a:pPr>
              <a:defRPr sz="2250" b="1">
                <a:solidFill>
                  <a:srgbClr val="FFFAEF"/>
                </a:solidFill>
                <a:latin typeface="Arial"/>
                <a:ea typeface="Arial"/>
                <a:cs typeface="Arial"/>
              </a:defRPr>
            </a:pPr>
            <a:r>
              <a:rPr sz="2250" b="1">
                <a:solidFill>
                  <a:srgbClr val="FFFAEF"/>
                </a:solidFill>
                <a:latin typeface="Arial"/>
                <a:ea typeface="Arial"/>
                <a:cs typeface="Arial"/>
              </a:rPr>
              <a:t>Get useful help</a:t>
            </a:r>
          </a:p>
        </p:txBody>
      </p:sp>
      <p:sp>
        <p:nvSpPr>
          <p:cNvPr id="12" name="An answer, next class&#10;or map destination">
            <a:extLst xmlns:a="http://schemas.openxmlformats.org/drawingml/2006/main">
              <a:ext uri="{FF2B5EF4-FFF2-40B4-BE49-F238E27FC236}">
                <a16:creationId xmlns:a16="http://schemas.microsoft.com/office/drawing/2014/main" id="{03DEA6DB-C7CA-4A5D-92A6-D75B4C6BF69F}"/>
              </a:ext>
            </a:extLst>
          </p:cNvPr>
          <p:cNvSpPr>
            <a:spLocks xmlns:a="http://schemas.openxmlformats.org/drawingml/2006/main" noGrp="1"/>
          </p:cNvSpPr>
          <p:nvPr/>
        </p:nvSpPr>
        <p:spPr>
          <a:xfrm xmlns:a="http://schemas.openxmlformats.org/drawingml/2006/main">
            <a:off x="8524875" y="2790825"/>
            <a:ext cx="295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4EDE0"/>
                </a:solidFill>
                <a:latin typeface="Arial"/>
                <a:ea typeface="Arial"/>
                <a:cs typeface="Arial"/>
              </a:defRPr>
            </a:defPPr>
            <a:lvl1pPr>
              <a:defRPr sz="1875" b="0">
                <a:solidFill>
                  <a:srgbClr val="F4EDE0"/>
                </a:solidFill>
                <a:latin typeface="Arial"/>
                <a:ea typeface="Arial"/>
                <a:cs typeface="Arial"/>
              </a:defRPr>
            </a:lvl1pPr>
            <a:lvl2pPr>
              <a:defRPr sz="1875" b="0">
                <a:solidFill>
                  <a:srgbClr val="F4EDE0"/>
                </a:solidFill>
                <a:latin typeface="Arial"/>
                <a:ea typeface="Arial"/>
                <a:cs typeface="Arial"/>
              </a:defRPr>
            </a:lvl2pPr>
            <a:lvl3pPr>
              <a:defRPr sz="1875" b="0">
                <a:solidFill>
                  <a:srgbClr val="F4EDE0"/>
                </a:solidFill>
                <a:latin typeface="Arial"/>
                <a:ea typeface="Arial"/>
                <a:cs typeface="Arial"/>
              </a:defRPr>
            </a:lvl3pPr>
            <a:lvl4pPr>
              <a:defRPr sz="1875" b="0">
                <a:solidFill>
                  <a:srgbClr val="F4EDE0"/>
                </a:solidFill>
                <a:latin typeface="Arial"/>
                <a:ea typeface="Arial"/>
                <a:cs typeface="Arial"/>
              </a:defRPr>
            </a:lvl4pPr>
            <a:lvl5pPr>
              <a:defRPr sz="1875" b="0">
                <a:solidFill>
                  <a:srgbClr val="F4EDE0"/>
                </a:solidFill>
                <a:latin typeface="Arial"/>
                <a:ea typeface="Arial"/>
                <a:cs typeface="Arial"/>
              </a:defRPr>
            </a:lvl5pPr>
            <a:lvl6pPr>
              <a:defRPr sz="1875" b="0">
                <a:solidFill>
                  <a:srgbClr val="F4EDE0"/>
                </a:solidFill>
                <a:latin typeface="Arial"/>
                <a:ea typeface="Arial"/>
                <a:cs typeface="Arial"/>
              </a:defRPr>
            </a:lvl6pPr>
            <a:lvl7pPr>
              <a:defRPr sz="1875" b="0">
                <a:solidFill>
                  <a:srgbClr val="F4EDE0"/>
                </a:solidFill>
                <a:latin typeface="Arial"/>
                <a:ea typeface="Arial"/>
                <a:cs typeface="Arial"/>
              </a:defRPr>
            </a:lvl7pPr>
            <a:lvl8pPr>
              <a:defRPr sz="1875" b="0">
                <a:solidFill>
                  <a:srgbClr val="F4EDE0"/>
                </a:solidFill>
                <a:latin typeface="Arial"/>
                <a:ea typeface="Arial"/>
                <a:cs typeface="Arial"/>
              </a:defRPr>
            </a:lvl8pPr>
            <a:lvl9pPr>
              <a:defRPr sz="1875" b="0">
                <a:solidFill>
                  <a:srgbClr val="F4EDE0"/>
                </a:solidFill>
                <a:latin typeface="Arial"/>
                <a:ea typeface="Arial"/>
                <a:cs typeface="Arial"/>
              </a:defRPr>
            </a:lvl9pPr>
          </a:lstStyle>
          <a:p xmlns:a="http://schemas.openxmlformats.org/drawingml/2006/main">
            <a:pPr>
              <a:defRPr sz="1875" b="0">
                <a:solidFill>
                  <a:srgbClr val="F4EDE0"/>
                </a:solidFill>
                <a:latin typeface="Arial"/>
                <a:ea typeface="Arial"/>
                <a:cs typeface="Arial"/>
              </a:defRPr>
            </a:pPr>
            <a:r>
              <a:rPr sz="1875" b="0">
                <a:solidFill>
                  <a:srgbClr val="F4EDE0"/>
                </a:solidFill>
                <a:latin typeface="Arial"/>
                <a:ea typeface="Arial"/>
                <a:cs typeface="Arial"/>
              </a:rPr>
              <a:t>An answer, next class</a:t>
            </a:r>
          </a:p>
          <a:p xmlns:a="http://schemas.openxmlformats.org/drawingml/2006/main">
            <a:pPr>
              <a:defRPr sz="1875" b="0">
                <a:solidFill>
                  <a:srgbClr val="F4EDE0"/>
                </a:solidFill>
                <a:latin typeface="Arial"/>
                <a:ea typeface="Arial"/>
                <a:cs typeface="Arial"/>
              </a:defRPr>
            </a:pPr>
            <a:r>
              <a:rPr sz="1875" b="0">
                <a:solidFill>
                  <a:srgbClr val="F4EDE0"/>
                </a:solidFill>
                <a:latin typeface="Arial"/>
                <a:ea typeface="Arial"/>
                <a:cs typeface="Arial"/>
              </a:rPr>
              <a:t>or map destination</a:t>
            </a:r>
          </a:p>
        </p:txBody>
      </p:sp>
      <p:sp>
        <p:nvSpPr>
          <p:cNvPr id="13" name="Starting foundation">
            <a:extLst xmlns:a="http://schemas.openxmlformats.org/drawingml/2006/main">
              <a:ext uri="{FF2B5EF4-FFF2-40B4-BE49-F238E27FC236}">
                <a16:creationId xmlns:a16="http://schemas.microsoft.com/office/drawing/2014/main" id="{DC6725FB-DCC4-4DDF-9F8F-17DEBA88DBB8}"/>
              </a:ext>
            </a:extLst>
          </p:cNvPr>
          <p:cNvSpPr>
            <a:spLocks xmlns:a="http://schemas.openxmlformats.org/drawingml/2006/main" noGrp="1"/>
          </p:cNvSpPr>
          <p:nvPr/>
        </p:nvSpPr>
        <p:spPr>
          <a:xfrm xmlns:a="http://schemas.openxmlformats.org/drawingml/2006/main">
            <a:off x="723900" y="39338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BA25A"/>
                </a:solidFill>
                <a:latin typeface="Arial"/>
                <a:ea typeface="Arial"/>
                <a:cs typeface="Arial"/>
              </a:defRPr>
            </a:defPPr>
            <a:lvl1pPr>
              <a:defRPr sz="2025" b="1">
                <a:solidFill>
                  <a:srgbClr val="CBA25A"/>
                </a:solidFill>
                <a:latin typeface="Arial"/>
                <a:ea typeface="Arial"/>
                <a:cs typeface="Arial"/>
              </a:defRPr>
            </a:lvl1pPr>
            <a:lvl2pPr>
              <a:defRPr sz="2025" b="1">
                <a:solidFill>
                  <a:srgbClr val="CBA25A"/>
                </a:solidFill>
                <a:latin typeface="Arial"/>
                <a:ea typeface="Arial"/>
                <a:cs typeface="Arial"/>
              </a:defRPr>
            </a:lvl2pPr>
            <a:lvl3pPr>
              <a:defRPr sz="2025" b="1">
                <a:solidFill>
                  <a:srgbClr val="CBA25A"/>
                </a:solidFill>
                <a:latin typeface="Arial"/>
                <a:ea typeface="Arial"/>
                <a:cs typeface="Arial"/>
              </a:defRPr>
            </a:lvl3pPr>
            <a:lvl4pPr>
              <a:defRPr sz="2025" b="1">
                <a:solidFill>
                  <a:srgbClr val="CBA25A"/>
                </a:solidFill>
                <a:latin typeface="Arial"/>
                <a:ea typeface="Arial"/>
                <a:cs typeface="Arial"/>
              </a:defRPr>
            </a:lvl4pPr>
            <a:lvl5pPr>
              <a:defRPr sz="2025" b="1">
                <a:solidFill>
                  <a:srgbClr val="CBA25A"/>
                </a:solidFill>
                <a:latin typeface="Arial"/>
                <a:ea typeface="Arial"/>
                <a:cs typeface="Arial"/>
              </a:defRPr>
            </a:lvl5pPr>
            <a:lvl6pPr>
              <a:defRPr sz="2025" b="1">
                <a:solidFill>
                  <a:srgbClr val="CBA25A"/>
                </a:solidFill>
                <a:latin typeface="Arial"/>
                <a:ea typeface="Arial"/>
                <a:cs typeface="Arial"/>
              </a:defRPr>
            </a:lvl6pPr>
            <a:lvl7pPr>
              <a:defRPr sz="2025" b="1">
                <a:solidFill>
                  <a:srgbClr val="CBA25A"/>
                </a:solidFill>
                <a:latin typeface="Arial"/>
                <a:ea typeface="Arial"/>
                <a:cs typeface="Arial"/>
              </a:defRPr>
            </a:lvl7pPr>
            <a:lvl8pPr>
              <a:defRPr sz="2025" b="1">
                <a:solidFill>
                  <a:srgbClr val="CBA25A"/>
                </a:solidFill>
                <a:latin typeface="Arial"/>
                <a:ea typeface="Arial"/>
                <a:cs typeface="Arial"/>
              </a:defRPr>
            </a:lvl8pPr>
            <a:lvl9pPr>
              <a:defRPr sz="2025" b="1">
                <a:solidFill>
                  <a:srgbClr val="CBA25A"/>
                </a:solidFill>
                <a:latin typeface="Arial"/>
                <a:ea typeface="Arial"/>
                <a:cs typeface="Arial"/>
              </a:defRPr>
            </a:lvl9pPr>
          </a:lstStyle>
          <a:p xmlns:a="http://schemas.openxmlformats.org/drawingml/2006/main">
            <a:pPr>
              <a:defRPr sz="2025" b="1">
                <a:solidFill>
                  <a:srgbClr val="CBA25A"/>
                </a:solidFill>
                <a:latin typeface="Arial"/>
                <a:ea typeface="Arial"/>
                <a:cs typeface="Arial"/>
              </a:defRPr>
            </a:pPr>
            <a:r>
              <a:rPr sz="2025" b="1">
                <a:solidFill>
                  <a:srgbClr val="CBA25A"/>
                </a:solidFill>
                <a:latin typeface="Arial"/>
                <a:ea typeface="Arial"/>
                <a:cs typeface="Arial"/>
              </a:rPr>
              <a:t>Starting foundation</a:t>
            </a:r>
          </a:p>
        </p:txBody>
      </p:sp>
      <p:sp>
        <p:nvSpPr>
          <p:cNvPr id="14" name="Android prototype&#10;Timetable, map and voice / ">
            <a:extLst xmlns:a="http://schemas.openxmlformats.org/drawingml/2006/main">
              <a:ext uri="{FF2B5EF4-FFF2-40B4-BE49-F238E27FC236}">
                <a16:creationId xmlns:a16="http://schemas.microsoft.com/office/drawing/2014/main" id="{4709C456-007F-42B9-848D-0D7C73B07AD1}"/>
              </a:ext>
            </a:extLst>
          </p:cNvPr>
          <p:cNvSpPr>
            <a:spLocks xmlns:a="http://schemas.openxmlformats.org/drawingml/2006/main" noGrp="1"/>
          </p:cNvSpPr>
          <p:nvPr/>
        </p:nvSpPr>
        <p:spPr>
          <a:xfrm xmlns:a="http://schemas.openxmlformats.org/drawingml/2006/main">
            <a:off x="723900" y="4419600"/>
            <a:ext cx="4810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F4EDE0"/>
                </a:solidFill>
                <a:latin typeface="Arial"/>
                <a:ea typeface="Arial"/>
                <a:cs typeface="Arial"/>
              </a:defRPr>
            </a:defPPr>
            <a:lvl1pPr>
              <a:defRPr sz="1800" b="0">
                <a:solidFill>
                  <a:srgbClr val="F4EDE0"/>
                </a:solidFill>
                <a:latin typeface="Arial"/>
                <a:ea typeface="Arial"/>
                <a:cs typeface="Arial"/>
              </a:defRPr>
            </a:lvl1pPr>
            <a:lvl2pPr>
              <a:defRPr sz="1800" b="0">
                <a:solidFill>
                  <a:srgbClr val="F4EDE0"/>
                </a:solidFill>
                <a:latin typeface="Arial"/>
                <a:ea typeface="Arial"/>
                <a:cs typeface="Arial"/>
              </a:defRPr>
            </a:lvl2pPr>
            <a:lvl3pPr>
              <a:defRPr sz="1800" b="0">
                <a:solidFill>
                  <a:srgbClr val="F4EDE0"/>
                </a:solidFill>
                <a:latin typeface="Arial"/>
                <a:ea typeface="Arial"/>
                <a:cs typeface="Arial"/>
              </a:defRPr>
            </a:lvl3pPr>
            <a:lvl4pPr>
              <a:defRPr sz="1800" b="0">
                <a:solidFill>
                  <a:srgbClr val="F4EDE0"/>
                </a:solidFill>
                <a:latin typeface="Arial"/>
                <a:ea typeface="Arial"/>
                <a:cs typeface="Arial"/>
              </a:defRPr>
            </a:lvl4pPr>
            <a:lvl5pPr>
              <a:defRPr sz="1800" b="0">
                <a:solidFill>
                  <a:srgbClr val="F4EDE0"/>
                </a:solidFill>
                <a:latin typeface="Arial"/>
                <a:ea typeface="Arial"/>
                <a:cs typeface="Arial"/>
              </a:defRPr>
            </a:lvl5pPr>
            <a:lvl6pPr>
              <a:defRPr sz="1800" b="0">
                <a:solidFill>
                  <a:srgbClr val="F4EDE0"/>
                </a:solidFill>
                <a:latin typeface="Arial"/>
                <a:ea typeface="Arial"/>
                <a:cs typeface="Arial"/>
              </a:defRPr>
            </a:lvl6pPr>
            <a:lvl7pPr>
              <a:defRPr sz="1800" b="0">
                <a:solidFill>
                  <a:srgbClr val="F4EDE0"/>
                </a:solidFill>
                <a:latin typeface="Arial"/>
                <a:ea typeface="Arial"/>
                <a:cs typeface="Arial"/>
              </a:defRPr>
            </a:lvl7pPr>
            <a:lvl8pPr>
              <a:defRPr sz="1800" b="0">
                <a:solidFill>
                  <a:srgbClr val="F4EDE0"/>
                </a:solidFill>
                <a:latin typeface="Arial"/>
                <a:ea typeface="Arial"/>
                <a:cs typeface="Arial"/>
              </a:defRPr>
            </a:lvl8pPr>
            <a:lvl9pPr>
              <a:defRPr sz="1800" b="0">
                <a:solidFill>
                  <a:srgbClr val="F4EDE0"/>
                </a:solidFill>
                <a:latin typeface="Arial"/>
                <a:ea typeface="Arial"/>
                <a:cs typeface="Arial"/>
              </a:defRPr>
            </a:lvl9pPr>
          </a:lstStyle>
          <a:p xmlns:a="http://schemas.openxmlformats.org/drawingml/2006/main">
            <a:pPr>
              <a:defRPr sz="1800" b="0">
                <a:solidFill>
                  <a:srgbClr val="F4EDE0"/>
                </a:solidFill>
                <a:latin typeface="Arial"/>
                <a:ea typeface="Arial"/>
                <a:cs typeface="Arial"/>
              </a:defRPr>
            </a:pPr>
            <a:r>
              <a:rPr sz="1800" b="0">
                <a:solidFill>
                  <a:srgbClr val="F4EDE0"/>
                </a:solidFill>
                <a:latin typeface="Arial"/>
                <a:ea typeface="Arial"/>
                <a:cs typeface="Arial"/>
              </a:rPr>
              <a:t>Android prototype</a:t>
            </a:r>
          </a:p>
          <a:p xmlns:a="http://schemas.openxmlformats.org/drawingml/2006/main">
            <a:pPr>
              <a:defRPr sz="1800" b="0">
                <a:solidFill>
                  <a:srgbClr val="F4EDE0"/>
                </a:solidFill>
                <a:latin typeface="Arial"/>
                <a:ea typeface="Arial"/>
                <a:cs typeface="Arial"/>
              </a:defRPr>
            </a:pPr>
            <a:r>
              <a:rPr sz="1800" b="0">
                <a:solidFill>
                  <a:srgbClr val="F4EDE0"/>
                </a:solidFill>
                <a:latin typeface="Arial"/>
                <a:ea typeface="Arial"/>
                <a:cs typeface="Arial"/>
              </a:rPr>
              <a:t>Timetable, map and voice / AI foundations</a:t>
            </a:r>
          </a:p>
        </p:txBody>
      </p:sp>
      <p:sp>
        <p:nvSpPr>
          <p:cNvPr id="15" name="BUILD additions">
            <a:extLst xmlns:a="http://schemas.openxmlformats.org/drawingml/2006/main">
              <a:ext uri="{FF2B5EF4-FFF2-40B4-BE49-F238E27FC236}">
                <a16:creationId xmlns:a16="http://schemas.microsoft.com/office/drawing/2014/main" id="{BC09E8DC-6105-4BEC-9636-DABFDA978111}"/>
              </a:ext>
            </a:extLst>
          </p:cNvPr>
          <p:cNvSpPr>
            <a:spLocks xmlns:a="http://schemas.openxmlformats.org/drawingml/2006/main" noGrp="1"/>
          </p:cNvSpPr>
          <p:nvPr/>
        </p:nvSpPr>
        <p:spPr>
          <a:xfrm xmlns:a="http://schemas.openxmlformats.org/drawingml/2006/main">
            <a:off x="6477000" y="39338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BA25A"/>
                </a:solidFill>
                <a:latin typeface="Arial"/>
                <a:ea typeface="Arial"/>
                <a:cs typeface="Arial"/>
              </a:defRPr>
            </a:defPPr>
            <a:lvl1pPr>
              <a:defRPr sz="2025" b="1">
                <a:solidFill>
                  <a:srgbClr val="CBA25A"/>
                </a:solidFill>
                <a:latin typeface="Arial"/>
                <a:ea typeface="Arial"/>
                <a:cs typeface="Arial"/>
              </a:defRPr>
            </a:lvl1pPr>
            <a:lvl2pPr>
              <a:defRPr sz="2025" b="1">
                <a:solidFill>
                  <a:srgbClr val="CBA25A"/>
                </a:solidFill>
                <a:latin typeface="Arial"/>
                <a:ea typeface="Arial"/>
                <a:cs typeface="Arial"/>
              </a:defRPr>
            </a:lvl2pPr>
            <a:lvl3pPr>
              <a:defRPr sz="2025" b="1">
                <a:solidFill>
                  <a:srgbClr val="CBA25A"/>
                </a:solidFill>
                <a:latin typeface="Arial"/>
                <a:ea typeface="Arial"/>
                <a:cs typeface="Arial"/>
              </a:defRPr>
            </a:lvl3pPr>
            <a:lvl4pPr>
              <a:defRPr sz="2025" b="1">
                <a:solidFill>
                  <a:srgbClr val="CBA25A"/>
                </a:solidFill>
                <a:latin typeface="Arial"/>
                <a:ea typeface="Arial"/>
                <a:cs typeface="Arial"/>
              </a:defRPr>
            </a:lvl4pPr>
            <a:lvl5pPr>
              <a:defRPr sz="2025" b="1">
                <a:solidFill>
                  <a:srgbClr val="CBA25A"/>
                </a:solidFill>
                <a:latin typeface="Arial"/>
                <a:ea typeface="Arial"/>
                <a:cs typeface="Arial"/>
              </a:defRPr>
            </a:lvl5pPr>
            <a:lvl6pPr>
              <a:defRPr sz="2025" b="1">
                <a:solidFill>
                  <a:srgbClr val="CBA25A"/>
                </a:solidFill>
                <a:latin typeface="Arial"/>
                <a:ea typeface="Arial"/>
                <a:cs typeface="Arial"/>
              </a:defRPr>
            </a:lvl6pPr>
            <a:lvl7pPr>
              <a:defRPr sz="2025" b="1">
                <a:solidFill>
                  <a:srgbClr val="CBA25A"/>
                </a:solidFill>
                <a:latin typeface="Arial"/>
                <a:ea typeface="Arial"/>
                <a:cs typeface="Arial"/>
              </a:defRPr>
            </a:lvl7pPr>
            <a:lvl8pPr>
              <a:defRPr sz="2025" b="1">
                <a:solidFill>
                  <a:srgbClr val="CBA25A"/>
                </a:solidFill>
                <a:latin typeface="Arial"/>
                <a:ea typeface="Arial"/>
                <a:cs typeface="Arial"/>
              </a:defRPr>
            </a:lvl8pPr>
            <a:lvl9pPr>
              <a:defRPr sz="2025" b="1">
                <a:solidFill>
                  <a:srgbClr val="CBA25A"/>
                </a:solidFill>
                <a:latin typeface="Arial"/>
                <a:ea typeface="Arial"/>
                <a:cs typeface="Arial"/>
              </a:defRPr>
            </a:lvl9pPr>
          </a:lstStyle>
          <a:p xmlns:a="http://schemas.openxmlformats.org/drawingml/2006/main">
            <a:pPr>
              <a:defRPr sz="2025" b="1">
                <a:solidFill>
                  <a:srgbClr val="CBA25A"/>
                </a:solidFill>
                <a:latin typeface="Arial"/>
                <a:ea typeface="Arial"/>
                <a:cs typeface="Arial"/>
              </a:defRPr>
            </a:pPr>
            <a:r>
              <a:rPr sz="2025" b="1">
                <a:solidFill>
                  <a:srgbClr val="CBA25A"/>
                </a:solidFill>
                <a:latin typeface="Arial"/>
                <a:ea typeface="Arial"/>
                <a:cs typeface="Arial"/>
              </a:rPr>
              <a:t>BUILD additions</a:t>
            </a:r>
          </a:p>
        </p:txBody>
      </p:sp>
      <p:sp>
        <p:nvSpPr>
          <p:cNvPr id="16" name="Campus onboarding and validation&#10;Session chat">
            <a:extLst xmlns:a="http://schemas.openxmlformats.org/drawingml/2006/main">
              <a:ext uri="{FF2B5EF4-FFF2-40B4-BE49-F238E27FC236}">
                <a16:creationId xmlns:a16="http://schemas.microsoft.com/office/drawing/2014/main" id="{39C1568C-AF46-4342-BF2B-E38314C735CD}"/>
              </a:ext>
            </a:extLst>
          </p:cNvPr>
          <p:cNvSpPr>
            <a:spLocks xmlns:a="http://schemas.openxmlformats.org/drawingml/2006/main" noGrp="1"/>
          </p:cNvSpPr>
          <p:nvPr/>
        </p:nvSpPr>
        <p:spPr>
          <a:xfrm xmlns:a="http://schemas.openxmlformats.org/drawingml/2006/main">
            <a:off x="6477000" y="4419600"/>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F4EDE0"/>
                </a:solidFill>
                <a:latin typeface="Arial"/>
                <a:ea typeface="Arial"/>
                <a:cs typeface="Arial"/>
              </a:defRPr>
            </a:defPPr>
            <a:lvl1pPr>
              <a:defRPr sz="1800" b="0">
                <a:solidFill>
                  <a:srgbClr val="F4EDE0"/>
                </a:solidFill>
                <a:latin typeface="Arial"/>
                <a:ea typeface="Arial"/>
                <a:cs typeface="Arial"/>
              </a:defRPr>
            </a:lvl1pPr>
            <a:lvl2pPr>
              <a:defRPr sz="1800" b="0">
                <a:solidFill>
                  <a:srgbClr val="F4EDE0"/>
                </a:solidFill>
                <a:latin typeface="Arial"/>
                <a:ea typeface="Arial"/>
                <a:cs typeface="Arial"/>
              </a:defRPr>
            </a:lvl2pPr>
            <a:lvl3pPr>
              <a:defRPr sz="1800" b="0">
                <a:solidFill>
                  <a:srgbClr val="F4EDE0"/>
                </a:solidFill>
                <a:latin typeface="Arial"/>
                <a:ea typeface="Arial"/>
                <a:cs typeface="Arial"/>
              </a:defRPr>
            </a:lvl3pPr>
            <a:lvl4pPr>
              <a:defRPr sz="1800" b="0">
                <a:solidFill>
                  <a:srgbClr val="F4EDE0"/>
                </a:solidFill>
                <a:latin typeface="Arial"/>
                <a:ea typeface="Arial"/>
                <a:cs typeface="Arial"/>
              </a:defRPr>
            </a:lvl4pPr>
            <a:lvl5pPr>
              <a:defRPr sz="1800" b="0">
                <a:solidFill>
                  <a:srgbClr val="F4EDE0"/>
                </a:solidFill>
                <a:latin typeface="Arial"/>
                <a:ea typeface="Arial"/>
                <a:cs typeface="Arial"/>
              </a:defRPr>
            </a:lvl5pPr>
            <a:lvl6pPr>
              <a:defRPr sz="1800" b="0">
                <a:solidFill>
                  <a:srgbClr val="F4EDE0"/>
                </a:solidFill>
                <a:latin typeface="Arial"/>
                <a:ea typeface="Arial"/>
                <a:cs typeface="Arial"/>
              </a:defRPr>
            </a:lvl6pPr>
            <a:lvl7pPr>
              <a:defRPr sz="1800" b="0">
                <a:solidFill>
                  <a:srgbClr val="F4EDE0"/>
                </a:solidFill>
                <a:latin typeface="Arial"/>
                <a:ea typeface="Arial"/>
                <a:cs typeface="Arial"/>
              </a:defRPr>
            </a:lvl7pPr>
            <a:lvl8pPr>
              <a:defRPr sz="1800" b="0">
                <a:solidFill>
                  <a:srgbClr val="F4EDE0"/>
                </a:solidFill>
                <a:latin typeface="Arial"/>
                <a:ea typeface="Arial"/>
                <a:cs typeface="Arial"/>
              </a:defRPr>
            </a:lvl8pPr>
            <a:lvl9pPr>
              <a:defRPr sz="1800" b="0">
                <a:solidFill>
                  <a:srgbClr val="F4EDE0"/>
                </a:solidFill>
                <a:latin typeface="Arial"/>
                <a:ea typeface="Arial"/>
                <a:cs typeface="Arial"/>
              </a:defRPr>
            </a:lvl9pPr>
          </a:lstStyle>
          <a:p xmlns:a="http://schemas.openxmlformats.org/drawingml/2006/main">
            <a:pPr>
              <a:defRPr sz="1800" b="0">
                <a:solidFill>
                  <a:srgbClr val="F4EDE0"/>
                </a:solidFill>
                <a:latin typeface="Arial"/>
                <a:ea typeface="Arial"/>
                <a:cs typeface="Arial"/>
              </a:defRPr>
            </a:pPr>
            <a:r>
              <a:rPr sz="1800" b="0">
                <a:solidFill>
                  <a:srgbClr val="F4EDE0"/>
                </a:solidFill>
                <a:latin typeface="Arial"/>
                <a:ea typeface="Arial"/>
                <a:cs typeface="Arial"/>
              </a:rPr>
              <a:t>Campus onboarding and validation</a:t>
            </a:r>
          </a:p>
          <a:p xmlns:a="http://schemas.openxmlformats.org/drawingml/2006/main">
            <a:pPr>
              <a:defRPr sz="1800" b="0">
                <a:solidFill>
                  <a:srgbClr val="F4EDE0"/>
                </a:solidFill>
                <a:latin typeface="Arial"/>
                <a:ea typeface="Arial"/>
                <a:cs typeface="Arial"/>
              </a:defRPr>
            </a:pPr>
            <a:r>
              <a:rPr sz="1800" b="0">
                <a:solidFill>
                  <a:srgbClr val="F4EDE0"/>
                </a:solidFill>
                <a:latin typeface="Arial"/>
                <a:ea typeface="Arial"/>
                <a:cs typeface="Arial"/>
              </a:rPr>
              <a:t>Session chat, UI polish and IITG backup</a:t>
            </a:r>
          </a:p>
        </p:txBody>
      </p:sp>
      <p:sp>
        <p:nvSpPr>
          <p:cNvPr id="17" name="Kotlin + Compose: Android     Python + SQLite">
            <a:extLst xmlns:a="http://schemas.openxmlformats.org/drawingml/2006/main">
              <a:ext uri="{FF2B5EF4-FFF2-40B4-BE49-F238E27FC236}">
                <a16:creationId xmlns:a16="http://schemas.microsoft.com/office/drawing/2014/main" id="{63F38AF4-6204-4BCB-87A0-10677EBF0C8C}"/>
              </a:ext>
            </a:extLst>
          </p:cNvPr>
          <p:cNvSpPr>
            <a:spLocks xmlns:a="http://schemas.openxmlformats.org/drawingml/2006/main" noGrp="1"/>
          </p:cNvSpPr>
          <p:nvPr/>
        </p:nvSpPr>
        <p:spPr>
          <a:xfrm xmlns:a="http://schemas.openxmlformats.org/drawingml/2006/main">
            <a:off x="723900" y="55626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F4EDE0"/>
                </a:solidFill>
                <a:latin typeface="Arial"/>
                <a:ea typeface="Arial"/>
                <a:cs typeface="Arial"/>
              </a:defRPr>
            </a:defPPr>
            <a:lvl1pPr>
              <a:defRPr sz="1650" b="0">
                <a:solidFill>
                  <a:srgbClr val="F4EDE0"/>
                </a:solidFill>
                <a:latin typeface="Arial"/>
                <a:ea typeface="Arial"/>
                <a:cs typeface="Arial"/>
              </a:defRPr>
            </a:lvl1pPr>
            <a:lvl2pPr>
              <a:defRPr sz="1650" b="0">
                <a:solidFill>
                  <a:srgbClr val="F4EDE0"/>
                </a:solidFill>
                <a:latin typeface="Arial"/>
                <a:ea typeface="Arial"/>
                <a:cs typeface="Arial"/>
              </a:defRPr>
            </a:lvl2pPr>
            <a:lvl3pPr>
              <a:defRPr sz="1650" b="0">
                <a:solidFill>
                  <a:srgbClr val="F4EDE0"/>
                </a:solidFill>
                <a:latin typeface="Arial"/>
                <a:ea typeface="Arial"/>
                <a:cs typeface="Arial"/>
              </a:defRPr>
            </a:lvl3pPr>
            <a:lvl4pPr>
              <a:defRPr sz="1650" b="0">
                <a:solidFill>
                  <a:srgbClr val="F4EDE0"/>
                </a:solidFill>
                <a:latin typeface="Arial"/>
                <a:ea typeface="Arial"/>
                <a:cs typeface="Arial"/>
              </a:defRPr>
            </a:lvl4pPr>
            <a:lvl5pPr>
              <a:defRPr sz="1650" b="0">
                <a:solidFill>
                  <a:srgbClr val="F4EDE0"/>
                </a:solidFill>
                <a:latin typeface="Arial"/>
                <a:ea typeface="Arial"/>
                <a:cs typeface="Arial"/>
              </a:defRPr>
            </a:lvl5pPr>
            <a:lvl6pPr>
              <a:defRPr sz="1650" b="0">
                <a:solidFill>
                  <a:srgbClr val="F4EDE0"/>
                </a:solidFill>
                <a:latin typeface="Arial"/>
                <a:ea typeface="Arial"/>
                <a:cs typeface="Arial"/>
              </a:defRPr>
            </a:lvl6pPr>
            <a:lvl7pPr>
              <a:defRPr sz="1650" b="0">
                <a:solidFill>
                  <a:srgbClr val="F4EDE0"/>
                </a:solidFill>
                <a:latin typeface="Arial"/>
                <a:ea typeface="Arial"/>
                <a:cs typeface="Arial"/>
              </a:defRPr>
            </a:lvl7pPr>
            <a:lvl8pPr>
              <a:defRPr sz="1650" b="0">
                <a:solidFill>
                  <a:srgbClr val="F4EDE0"/>
                </a:solidFill>
                <a:latin typeface="Arial"/>
                <a:ea typeface="Arial"/>
                <a:cs typeface="Arial"/>
              </a:defRPr>
            </a:lvl8pPr>
            <a:lvl9pPr>
              <a:defRPr sz="1650" b="0">
                <a:solidFill>
                  <a:srgbClr val="F4EDE0"/>
                </a:solidFill>
                <a:latin typeface="Arial"/>
                <a:ea typeface="Arial"/>
                <a:cs typeface="Arial"/>
              </a:defRPr>
            </a:lvl9pPr>
          </a:lstStyle>
          <a:p xmlns:a="http://schemas.openxmlformats.org/drawingml/2006/main">
            <a:pPr>
              <a:defRPr sz="1650" b="0">
                <a:solidFill>
                  <a:srgbClr val="F4EDE0"/>
                </a:solidFill>
                <a:latin typeface="Arial"/>
                <a:ea typeface="Arial"/>
                <a:cs typeface="Arial"/>
              </a:defRPr>
            </a:pPr>
            <a:r>
              <a:rPr sz="1650" b="0">
                <a:solidFill>
                  <a:srgbClr val="F4EDE0"/>
                </a:solidFill>
                <a:latin typeface="Arial"/>
                <a:ea typeface="Arial"/>
                <a:cs typeface="Arial"/>
              </a:rPr>
              <a:t>Kotlin + Compose: Android     Python + SQLite: campus server</a:t>
            </a:r>
          </a:p>
          <a:p xmlns:a="http://schemas.openxmlformats.org/drawingml/2006/main">
            <a:pPr>
              <a:defRPr sz="1650" b="0">
                <a:solidFill>
                  <a:srgbClr val="F4EDE0"/>
                </a:solidFill>
                <a:latin typeface="Arial"/>
                <a:ea typeface="Arial"/>
                <a:cs typeface="Arial"/>
              </a:defRPr>
            </a:pPr>
            <a:r>
              <a:rPr sz="1650" b="0">
                <a:solidFill>
                  <a:srgbClr val="F4EDE0"/>
                </a:solidFill>
                <a:latin typeface="Arial"/>
                <a:ea typeface="Arial"/>
                <a:cs typeface="Arial"/>
              </a:rPr>
              <a:t>Gemini: online answers     Qwen2.5-0.5B-Instruct: offline answers</a:t>
            </a:r>
          </a:p>
        </p:txBody>
      </p:sp>
    </p:spTree>
    <p:extLst>
      <p:ext uri="{BB962C8B-B14F-4D97-AF65-F5344CB8AC3E}">
        <p14:creationId xmlns:p14="http://schemas.microsoft.com/office/powerpoint/2010/main" val="1375999807"/>
      </p:ext>
    </p:extLst>
  </p:cSld>
</p:sld>
</file>

<file path=ppt/slides/slide4.xml><?xml version="1.0" encoding="utf-8"?>
<p:sld xmlns:p="http://schemas.openxmlformats.org/presentationml/2006/main">
  <p:cSld>
    <p:bg>
      <p:bgPr>
        <a:solidFill xmlns:a="http://schemas.openxmlformats.org/drawingml/2006/main">
          <a:srgbClr val="F4EDE0"/>
        </a:solidFill>
      </p:bgPr>
    </p:bg>
    <p:spTree>
      <p:nvGrpSpPr>
        <p:cNvPr id="1" name=""/>
        <p:cNvGrpSpPr/>
        <p:nvPr/>
      </p:nvGrpSpPr>
      <p:grpSpPr>
        <a:xfrm xmlns:a="http://schemas.openxmlformats.org/drawingml/2006/main"/>
      </p:grpSpPr>
      <p:sp>
        <p:nvSpPr>
          <p:cNvPr id="11" name="The working build">
            <a:extLst xmlns:a="http://schemas.openxmlformats.org/drawingml/2006/main">
              <a:ext uri="{FF2B5EF4-FFF2-40B4-BE49-F238E27FC236}">
                <a16:creationId xmlns:a16="http://schemas.microsoft.com/office/drawing/2014/main" id="{10D7AD57-8C6B-4E68-8A10-6A8DD5CF08F8}"/>
              </a:ext>
            </a:extLst>
          </p:cNvPr>
          <p:cNvSpPr>
            <a:spLocks xmlns:a="http://schemas.openxmlformats.org/drawingml/2006/main" noGrp="1"/>
          </p:cNvSpPr>
          <p:nvPr/>
        </p:nvSpPr>
        <p:spPr>
          <a:xfrm xmlns:a="http://schemas.openxmlformats.org/drawingml/2006/main">
            <a:off x="723900" y="6286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a:solidFill>
                  <a:srgbClr val="28261F"/>
                </a:solidFill>
                <a:latin typeface="Georgia"/>
                <a:ea typeface="Georgia"/>
                <a:cs typeface="Georgia"/>
              </a:defRPr>
            </a:defPPr>
            <a:lvl1pPr>
              <a:defRPr sz="3600" b="0">
                <a:solidFill>
                  <a:srgbClr val="28261F"/>
                </a:solidFill>
                <a:latin typeface="Georgia"/>
                <a:ea typeface="Georgia"/>
                <a:cs typeface="Georgia"/>
              </a:defRPr>
            </a:lvl1pPr>
            <a:lvl2pPr>
              <a:defRPr sz="3600" b="0">
                <a:solidFill>
                  <a:srgbClr val="28261F"/>
                </a:solidFill>
                <a:latin typeface="Georgia"/>
                <a:ea typeface="Georgia"/>
                <a:cs typeface="Georgia"/>
              </a:defRPr>
            </a:lvl2pPr>
            <a:lvl3pPr>
              <a:defRPr sz="3600" b="0">
                <a:solidFill>
                  <a:srgbClr val="28261F"/>
                </a:solidFill>
                <a:latin typeface="Georgia"/>
                <a:ea typeface="Georgia"/>
                <a:cs typeface="Georgia"/>
              </a:defRPr>
            </a:lvl3pPr>
            <a:lvl4pPr>
              <a:defRPr sz="3600" b="0">
                <a:solidFill>
                  <a:srgbClr val="28261F"/>
                </a:solidFill>
                <a:latin typeface="Georgia"/>
                <a:ea typeface="Georgia"/>
                <a:cs typeface="Georgia"/>
              </a:defRPr>
            </a:lvl4pPr>
            <a:lvl5pPr>
              <a:defRPr sz="3600" b="0">
                <a:solidFill>
                  <a:srgbClr val="28261F"/>
                </a:solidFill>
                <a:latin typeface="Georgia"/>
                <a:ea typeface="Georgia"/>
                <a:cs typeface="Georgia"/>
              </a:defRPr>
            </a:lvl5pPr>
            <a:lvl6pPr>
              <a:defRPr sz="3600" b="0">
                <a:solidFill>
                  <a:srgbClr val="28261F"/>
                </a:solidFill>
                <a:latin typeface="Georgia"/>
                <a:ea typeface="Georgia"/>
                <a:cs typeface="Georgia"/>
              </a:defRPr>
            </a:lvl6pPr>
            <a:lvl7pPr>
              <a:defRPr sz="3600" b="0">
                <a:solidFill>
                  <a:srgbClr val="28261F"/>
                </a:solidFill>
                <a:latin typeface="Georgia"/>
                <a:ea typeface="Georgia"/>
                <a:cs typeface="Georgia"/>
              </a:defRPr>
            </a:lvl7pPr>
            <a:lvl8pPr>
              <a:defRPr sz="3600" b="0">
                <a:solidFill>
                  <a:srgbClr val="28261F"/>
                </a:solidFill>
                <a:latin typeface="Georgia"/>
                <a:ea typeface="Georgia"/>
                <a:cs typeface="Georgia"/>
              </a:defRPr>
            </a:lvl8pPr>
            <a:lvl9pPr>
              <a:defRPr sz="3600" b="0">
                <a:solidFill>
                  <a:srgbClr val="28261F"/>
                </a:solidFill>
                <a:latin typeface="Georgia"/>
                <a:ea typeface="Georgia"/>
                <a:cs typeface="Georgia"/>
              </a:defRPr>
            </a:lvl9pPr>
          </a:lstStyle>
          <a:p xmlns:a="http://schemas.openxmlformats.org/drawingml/2006/main">
            <a:pPr>
              <a:defRPr sz="3600" b="0">
                <a:solidFill>
                  <a:srgbClr val="28261F"/>
                </a:solidFill>
                <a:latin typeface="Georgia"/>
                <a:ea typeface="Georgia"/>
                <a:cs typeface="Georgia"/>
              </a:defRPr>
            </a:pPr>
            <a:r>
              <a:rPr sz="3600" b="0">
                <a:solidFill>
                  <a:srgbClr val="28261F"/>
                </a:solidFill>
                <a:latin typeface="Georgia"/>
                <a:ea typeface="Georgia"/>
                <a:cs typeface="Georgia"/>
              </a:rPr>
              <a:t>The working build</a:t>
            </a:r>
          </a:p>
        </p:txBody>
      </p:sp>
      <p:sp>
        <p:nvSpPr>
          <p:cNvPr id="2" name="CrystalX / PrismCampus">
            <a:extLst xmlns:a="http://schemas.openxmlformats.org/drawingml/2006/main">
              <a:ext uri="{FF2B5EF4-FFF2-40B4-BE49-F238E27FC236}">
                <a16:creationId xmlns:a16="http://schemas.microsoft.com/office/drawing/2014/main" id="{C3DE61E5-21C6-47AA-8C36-C782C4A06BE7}"/>
              </a:ext>
            </a:extLst>
          </p:cNvPr>
          <p:cNvSpPr>
            <a:spLocks xmlns:a="http://schemas.openxmlformats.org/drawingml/2006/main" noGrp="1"/>
          </p:cNvSpPr>
          <p:nvPr/>
        </p:nvSpPr>
        <p:spPr>
          <a:xfrm xmlns:a="http://schemas.openxmlformats.org/drawingml/2006/main">
            <a:off x="723900" y="642937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28261F"/>
                </a:solidFill>
                <a:latin typeface="Arial"/>
                <a:ea typeface="Arial"/>
                <a:cs typeface="Arial"/>
              </a:defRPr>
            </a:defPPr>
            <a:lvl1pPr>
              <a:defRPr sz="1200" b="0">
                <a:solidFill>
                  <a:srgbClr val="28261F"/>
                </a:solidFill>
                <a:latin typeface="Arial"/>
                <a:ea typeface="Arial"/>
                <a:cs typeface="Arial"/>
              </a:defRPr>
            </a:lvl1pPr>
            <a:lvl2pPr>
              <a:defRPr sz="1200" b="0">
                <a:solidFill>
                  <a:srgbClr val="28261F"/>
                </a:solidFill>
                <a:latin typeface="Arial"/>
                <a:ea typeface="Arial"/>
                <a:cs typeface="Arial"/>
              </a:defRPr>
            </a:lvl2pPr>
            <a:lvl3pPr>
              <a:defRPr sz="1200" b="0">
                <a:solidFill>
                  <a:srgbClr val="28261F"/>
                </a:solidFill>
                <a:latin typeface="Arial"/>
                <a:ea typeface="Arial"/>
                <a:cs typeface="Arial"/>
              </a:defRPr>
            </a:lvl3pPr>
            <a:lvl4pPr>
              <a:defRPr sz="1200" b="0">
                <a:solidFill>
                  <a:srgbClr val="28261F"/>
                </a:solidFill>
                <a:latin typeface="Arial"/>
                <a:ea typeface="Arial"/>
                <a:cs typeface="Arial"/>
              </a:defRPr>
            </a:lvl4pPr>
            <a:lvl5pPr>
              <a:defRPr sz="1200" b="0">
                <a:solidFill>
                  <a:srgbClr val="28261F"/>
                </a:solidFill>
                <a:latin typeface="Arial"/>
                <a:ea typeface="Arial"/>
                <a:cs typeface="Arial"/>
              </a:defRPr>
            </a:lvl5pPr>
            <a:lvl6pPr>
              <a:defRPr sz="1200" b="0">
                <a:solidFill>
                  <a:srgbClr val="28261F"/>
                </a:solidFill>
                <a:latin typeface="Arial"/>
                <a:ea typeface="Arial"/>
                <a:cs typeface="Arial"/>
              </a:defRPr>
            </a:lvl6pPr>
            <a:lvl7pPr>
              <a:defRPr sz="1200" b="0">
                <a:solidFill>
                  <a:srgbClr val="28261F"/>
                </a:solidFill>
                <a:latin typeface="Arial"/>
                <a:ea typeface="Arial"/>
                <a:cs typeface="Arial"/>
              </a:defRPr>
            </a:lvl7pPr>
            <a:lvl8pPr>
              <a:defRPr sz="1200" b="0">
                <a:solidFill>
                  <a:srgbClr val="28261F"/>
                </a:solidFill>
                <a:latin typeface="Arial"/>
                <a:ea typeface="Arial"/>
                <a:cs typeface="Arial"/>
              </a:defRPr>
            </a:lvl8pPr>
            <a:lvl9pPr>
              <a:defRPr sz="1200" b="0">
                <a:solidFill>
                  <a:srgbClr val="28261F"/>
                </a:solidFill>
                <a:latin typeface="Arial"/>
                <a:ea typeface="Arial"/>
                <a:cs typeface="Arial"/>
              </a:defRPr>
            </a:lvl9pPr>
          </a:lstStyle>
          <a:p xmlns:a="http://schemas.openxmlformats.org/drawingml/2006/main">
            <a:pPr>
              <a:defRPr sz="1200" b="0">
                <a:solidFill>
                  <a:srgbClr val="28261F"/>
                </a:solidFill>
                <a:latin typeface="Arial"/>
                <a:ea typeface="Arial"/>
                <a:cs typeface="Arial"/>
              </a:defRPr>
            </a:pPr>
            <a:r>
              <a:rPr sz="1200" b="0">
                <a:solidFill>
                  <a:srgbClr val="28261F"/>
                </a:solidFill>
                <a:latin typeface="Arial"/>
                <a:ea typeface="Arial"/>
                <a:cs typeface="Arial"/>
              </a:rPr>
              <a:t>CrystalX / PrismCampus</a:t>
            </a:r>
          </a:p>
        </p:txBody>
      </p:sp>
      <p:sp>
        <p:nvSpPr>
          <p:cNvPr id="3" name="04">
            <a:extLst xmlns:a="http://schemas.openxmlformats.org/drawingml/2006/main">
              <a:ext uri="{FF2B5EF4-FFF2-40B4-BE49-F238E27FC236}">
                <a16:creationId xmlns:a16="http://schemas.microsoft.com/office/drawing/2014/main" id="{A0A4375A-1124-46A7-A2A4-C9BA9AD8BD94}"/>
              </a:ext>
            </a:extLst>
          </p:cNvPr>
          <p:cNvSpPr>
            <a:spLocks xmlns:a="http://schemas.openxmlformats.org/drawingml/2006/main" noGrp="1"/>
          </p:cNvSpPr>
          <p:nvPr/>
        </p:nvSpPr>
        <p:spPr>
          <a:xfrm xmlns:a="http://schemas.openxmlformats.org/drawingml/2006/main">
            <a:off x="11001375" y="64103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28261F"/>
                </a:solidFill>
                <a:latin typeface="Arial"/>
                <a:ea typeface="Arial"/>
                <a:cs typeface="Arial"/>
              </a:defRPr>
            </a:defPPr>
            <a:lvl1pPr>
              <a:defRPr sz="1425" b="0">
                <a:solidFill>
                  <a:srgbClr val="28261F"/>
                </a:solidFill>
                <a:latin typeface="Arial"/>
                <a:ea typeface="Arial"/>
                <a:cs typeface="Arial"/>
              </a:defRPr>
            </a:lvl1pPr>
            <a:lvl2pPr>
              <a:defRPr sz="1425" b="0">
                <a:solidFill>
                  <a:srgbClr val="28261F"/>
                </a:solidFill>
                <a:latin typeface="Arial"/>
                <a:ea typeface="Arial"/>
                <a:cs typeface="Arial"/>
              </a:defRPr>
            </a:lvl2pPr>
            <a:lvl3pPr>
              <a:defRPr sz="1425" b="0">
                <a:solidFill>
                  <a:srgbClr val="28261F"/>
                </a:solidFill>
                <a:latin typeface="Arial"/>
                <a:ea typeface="Arial"/>
                <a:cs typeface="Arial"/>
              </a:defRPr>
            </a:lvl3pPr>
            <a:lvl4pPr>
              <a:defRPr sz="1425" b="0">
                <a:solidFill>
                  <a:srgbClr val="28261F"/>
                </a:solidFill>
                <a:latin typeface="Arial"/>
                <a:ea typeface="Arial"/>
                <a:cs typeface="Arial"/>
              </a:defRPr>
            </a:lvl4pPr>
            <a:lvl5pPr>
              <a:defRPr sz="1425" b="0">
                <a:solidFill>
                  <a:srgbClr val="28261F"/>
                </a:solidFill>
                <a:latin typeface="Arial"/>
                <a:ea typeface="Arial"/>
                <a:cs typeface="Arial"/>
              </a:defRPr>
            </a:lvl5pPr>
            <a:lvl6pPr>
              <a:defRPr sz="1425" b="0">
                <a:solidFill>
                  <a:srgbClr val="28261F"/>
                </a:solidFill>
                <a:latin typeface="Arial"/>
                <a:ea typeface="Arial"/>
                <a:cs typeface="Arial"/>
              </a:defRPr>
            </a:lvl6pPr>
            <a:lvl7pPr>
              <a:defRPr sz="1425" b="0">
                <a:solidFill>
                  <a:srgbClr val="28261F"/>
                </a:solidFill>
                <a:latin typeface="Arial"/>
                <a:ea typeface="Arial"/>
                <a:cs typeface="Arial"/>
              </a:defRPr>
            </a:lvl7pPr>
            <a:lvl8pPr>
              <a:defRPr sz="1425" b="0">
                <a:solidFill>
                  <a:srgbClr val="28261F"/>
                </a:solidFill>
                <a:latin typeface="Arial"/>
                <a:ea typeface="Arial"/>
                <a:cs typeface="Arial"/>
              </a:defRPr>
            </a:lvl8pPr>
            <a:lvl9pPr>
              <a:defRPr sz="1425" b="0">
                <a:solidFill>
                  <a:srgbClr val="28261F"/>
                </a:solidFill>
                <a:latin typeface="Arial"/>
                <a:ea typeface="Arial"/>
                <a:cs typeface="Arial"/>
              </a:defRPr>
            </a:lvl9pPr>
          </a:lstStyle>
          <a:p xmlns:a="http://schemas.openxmlformats.org/drawingml/2006/main">
            <a:pPr>
              <a:defRPr sz="1425" b="0">
                <a:solidFill>
                  <a:srgbClr val="28261F"/>
                </a:solidFill>
                <a:latin typeface="Arial"/>
                <a:ea typeface="Arial"/>
                <a:cs typeface="Arial"/>
              </a:defRPr>
            </a:pPr>
            <a:r>
              <a:rPr sz="1425" b="0">
                <a:solidFill>
                  <a:srgbClr val="28261F"/>
                </a:solidFill>
                <a:latin typeface="Arial"/>
                <a:ea typeface="Arial"/>
                <a:cs typeface="Arial"/>
              </a:rPr>
              <a:t>04</a:t>
            </a:r>
          </a:p>
        </p:txBody>
      </p:sp>
      <p:sp>
        <p:nvSpPr>
          <p:cNvPr id="4" name="30">
            <a:extLst xmlns:a="http://schemas.openxmlformats.org/drawingml/2006/main">
              <a:ext uri="{FF2B5EF4-FFF2-40B4-BE49-F238E27FC236}">
                <a16:creationId xmlns:a16="http://schemas.microsoft.com/office/drawing/2014/main" id="{750C1E87-D8E3-4EF7-9A57-150ED7F31018}"/>
              </a:ext>
            </a:extLst>
          </p:cNvPr>
          <p:cNvSpPr>
            <a:spLocks xmlns:a="http://schemas.openxmlformats.org/drawingml/2006/main" noGrp="1"/>
          </p:cNvSpPr>
          <p:nvPr/>
        </p:nvSpPr>
        <p:spPr>
          <a:xfrm xmlns:a="http://schemas.openxmlformats.org/drawingml/2006/main">
            <a:off x="666750" y="1485900"/>
            <a:ext cx="4953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0" b="0">
                <a:solidFill>
                  <a:srgbClr val="A54028"/>
                </a:solidFill>
                <a:latin typeface="Georgia"/>
                <a:ea typeface="Georgia"/>
                <a:cs typeface="Georgia"/>
              </a:defRPr>
            </a:defPPr>
            <a:lvl1pPr>
              <a:defRPr sz="14250" b="0">
                <a:solidFill>
                  <a:srgbClr val="A54028"/>
                </a:solidFill>
                <a:latin typeface="Georgia"/>
                <a:ea typeface="Georgia"/>
                <a:cs typeface="Georgia"/>
              </a:defRPr>
            </a:lvl1pPr>
            <a:lvl2pPr>
              <a:defRPr sz="14250" b="0">
                <a:solidFill>
                  <a:srgbClr val="A54028"/>
                </a:solidFill>
                <a:latin typeface="Georgia"/>
                <a:ea typeface="Georgia"/>
                <a:cs typeface="Georgia"/>
              </a:defRPr>
            </a:lvl2pPr>
            <a:lvl3pPr>
              <a:defRPr sz="14250" b="0">
                <a:solidFill>
                  <a:srgbClr val="A54028"/>
                </a:solidFill>
                <a:latin typeface="Georgia"/>
                <a:ea typeface="Georgia"/>
                <a:cs typeface="Georgia"/>
              </a:defRPr>
            </a:lvl3pPr>
            <a:lvl4pPr>
              <a:defRPr sz="14250" b="0">
                <a:solidFill>
                  <a:srgbClr val="A54028"/>
                </a:solidFill>
                <a:latin typeface="Georgia"/>
                <a:ea typeface="Georgia"/>
                <a:cs typeface="Georgia"/>
              </a:defRPr>
            </a:lvl4pPr>
            <a:lvl5pPr>
              <a:defRPr sz="14250" b="0">
                <a:solidFill>
                  <a:srgbClr val="A54028"/>
                </a:solidFill>
                <a:latin typeface="Georgia"/>
                <a:ea typeface="Georgia"/>
                <a:cs typeface="Georgia"/>
              </a:defRPr>
            </a:lvl5pPr>
            <a:lvl6pPr>
              <a:defRPr sz="14250" b="0">
                <a:solidFill>
                  <a:srgbClr val="A54028"/>
                </a:solidFill>
                <a:latin typeface="Georgia"/>
                <a:ea typeface="Georgia"/>
                <a:cs typeface="Georgia"/>
              </a:defRPr>
            </a:lvl6pPr>
            <a:lvl7pPr>
              <a:defRPr sz="14250" b="0">
                <a:solidFill>
                  <a:srgbClr val="A54028"/>
                </a:solidFill>
                <a:latin typeface="Georgia"/>
                <a:ea typeface="Georgia"/>
                <a:cs typeface="Georgia"/>
              </a:defRPr>
            </a:lvl7pPr>
            <a:lvl8pPr>
              <a:defRPr sz="14250" b="0">
                <a:solidFill>
                  <a:srgbClr val="A54028"/>
                </a:solidFill>
                <a:latin typeface="Georgia"/>
                <a:ea typeface="Georgia"/>
                <a:cs typeface="Georgia"/>
              </a:defRPr>
            </a:lvl8pPr>
            <a:lvl9pPr>
              <a:defRPr sz="14250" b="0">
                <a:solidFill>
                  <a:srgbClr val="A54028"/>
                </a:solidFill>
                <a:latin typeface="Georgia"/>
                <a:ea typeface="Georgia"/>
                <a:cs typeface="Georgia"/>
              </a:defRPr>
            </a:lvl9pPr>
          </a:lstStyle>
          <a:p xmlns:a="http://schemas.openxmlformats.org/drawingml/2006/main">
            <a:pPr>
              <a:defRPr sz="14250" b="0">
                <a:solidFill>
                  <a:srgbClr val="A54028"/>
                </a:solidFill>
                <a:latin typeface="Georgia"/>
                <a:ea typeface="Georgia"/>
                <a:cs typeface="Georgia"/>
              </a:defRPr>
            </a:pPr>
            <a:r>
              <a:rPr sz="14250" b="0">
                <a:solidFill>
                  <a:srgbClr val="A54028"/>
                </a:solidFill>
                <a:latin typeface="Georgia"/>
                <a:ea typeface="Georgia"/>
                <a:cs typeface="Georgia"/>
              </a:rPr>
              <a:t>30</a:t>
            </a:r>
          </a:p>
        </p:txBody>
      </p:sp>
      <p:sp>
        <p:nvSpPr>
          <p:cNvPr id="5" name="automated tests passed">
            <a:extLst xmlns:a="http://schemas.openxmlformats.org/drawingml/2006/main">
              <a:ext uri="{FF2B5EF4-FFF2-40B4-BE49-F238E27FC236}">
                <a16:creationId xmlns:a16="http://schemas.microsoft.com/office/drawing/2014/main" id="{1B487585-56C5-477F-8F0D-0D52344CD1A0}"/>
              </a:ext>
            </a:extLst>
          </p:cNvPr>
          <p:cNvSpPr>
            <a:spLocks xmlns:a="http://schemas.openxmlformats.org/drawingml/2006/main" noGrp="1"/>
          </p:cNvSpPr>
          <p:nvPr/>
        </p:nvSpPr>
        <p:spPr>
          <a:xfrm xmlns:a="http://schemas.openxmlformats.org/drawingml/2006/main">
            <a:off x="781050" y="36004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8261F"/>
                </a:solidFill>
                <a:latin typeface="Arial"/>
                <a:ea typeface="Arial"/>
                <a:cs typeface="Arial"/>
              </a:defRPr>
            </a:defPPr>
            <a:lvl1pPr>
              <a:defRPr sz="2325" b="1">
                <a:solidFill>
                  <a:srgbClr val="28261F"/>
                </a:solidFill>
                <a:latin typeface="Arial"/>
                <a:ea typeface="Arial"/>
                <a:cs typeface="Arial"/>
              </a:defRPr>
            </a:lvl1pPr>
            <a:lvl2pPr>
              <a:defRPr sz="2325" b="1">
                <a:solidFill>
                  <a:srgbClr val="28261F"/>
                </a:solidFill>
                <a:latin typeface="Arial"/>
                <a:ea typeface="Arial"/>
                <a:cs typeface="Arial"/>
              </a:defRPr>
            </a:lvl2pPr>
            <a:lvl3pPr>
              <a:defRPr sz="2325" b="1">
                <a:solidFill>
                  <a:srgbClr val="28261F"/>
                </a:solidFill>
                <a:latin typeface="Arial"/>
                <a:ea typeface="Arial"/>
                <a:cs typeface="Arial"/>
              </a:defRPr>
            </a:lvl3pPr>
            <a:lvl4pPr>
              <a:defRPr sz="2325" b="1">
                <a:solidFill>
                  <a:srgbClr val="28261F"/>
                </a:solidFill>
                <a:latin typeface="Arial"/>
                <a:ea typeface="Arial"/>
                <a:cs typeface="Arial"/>
              </a:defRPr>
            </a:lvl4pPr>
            <a:lvl5pPr>
              <a:defRPr sz="2325" b="1">
                <a:solidFill>
                  <a:srgbClr val="28261F"/>
                </a:solidFill>
                <a:latin typeface="Arial"/>
                <a:ea typeface="Arial"/>
                <a:cs typeface="Arial"/>
              </a:defRPr>
            </a:lvl5pPr>
            <a:lvl6pPr>
              <a:defRPr sz="2325" b="1">
                <a:solidFill>
                  <a:srgbClr val="28261F"/>
                </a:solidFill>
                <a:latin typeface="Arial"/>
                <a:ea typeface="Arial"/>
                <a:cs typeface="Arial"/>
              </a:defRPr>
            </a:lvl6pPr>
            <a:lvl7pPr>
              <a:defRPr sz="2325" b="1">
                <a:solidFill>
                  <a:srgbClr val="28261F"/>
                </a:solidFill>
                <a:latin typeface="Arial"/>
                <a:ea typeface="Arial"/>
                <a:cs typeface="Arial"/>
              </a:defRPr>
            </a:lvl7pPr>
            <a:lvl8pPr>
              <a:defRPr sz="2325" b="1">
                <a:solidFill>
                  <a:srgbClr val="28261F"/>
                </a:solidFill>
                <a:latin typeface="Arial"/>
                <a:ea typeface="Arial"/>
                <a:cs typeface="Arial"/>
              </a:defRPr>
            </a:lvl8pPr>
            <a:lvl9pPr>
              <a:defRPr sz="2325" b="1">
                <a:solidFill>
                  <a:srgbClr val="28261F"/>
                </a:solidFill>
                <a:latin typeface="Arial"/>
                <a:ea typeface="Arial"/>
                <a:cs typeface="Arial"/>
              </a:defRPr>
            </a:lvl9pPr>
          </a:lstStyle>
          <a:p xmlns:a="http://schemas.openxmlformats.org/drawingml/2006/main">
            <a:pPr>
              <a:defRPr sz="2325" b="1">
                <a:solidFill>
                  <a:srgbClr val="28261F"/>
                </a:solidFill>
                <a:latin typeface="Arial"/>
                <a:ea typeface="Arial"/>
                <a:cs typeface="Arial"/>
              </a:defRPr>
            </a:pPr>
            <a:r>
              <a:rPr sz="2325" b="1">
                <a:solidFill>
                  <a:srgbClr val="28261F"/>
                </a:solidFill>
                <a:latin typeface="Arial"/>
                <a:ea typeface="Arial"/>
                <a:cs typeface="Arial"/>
              </a:rPr>
              <a:t>automated tests passed</a:t>
            </a:r>
          </a:p>
        </p:txBody>
      </p:sp>
      <p:sp>
        <p:nvSpPr>
          <p:cNvPr id="6" name="0 failures&#10;Android APK built successfully">
            <a:extLst xmlns:a="http://schemas.openxmlformats.org/drawingml/2006/main">
              <a:ext uri="{FF2B5EF4-FFF2-40B4-BE49-F238E27FC236}">
                <a16:creationId xmlns:a16="http://schemas.microsoft.com/office/drawing/2014/main" id="{B8D06E27-CA91-4FF0-808D-F3C27973F882}"/>
              </a:ext>
            </a:extLst>
          </p:cNvPr>
          <p:cNvSpPr>
            <a:spLocks xmlns:a="http://schemas.openxmlformats.org/drawingml/2006/main" noGrp="1"/>
          </p:cNvSpPr>
          <p:nvPr/>
        </p:nvSpPr>
        <p:spPr>
          <a:xfrm xmlns:a="http://schemas.openxmlformats.org/drawingml/2006/main">
            <a:off x="781050" y="4181475"/>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71685B"/>
                </a:solidFill>
                <a:latin typeface="Arial"/>
                <a:ea typeface="Arial"/>
                <a:cs typeface="Arial"/>
              </a:defRPr>
            </a:defPPr>
            <a:lvl1pPr>
              <a:defRPr sz="2025" b="0">
                <a:solidFill>
                  <a:srgbClr val="71685B"/>
                </a:solidFill>
                <a:latin typeface="Arial"/>
                <a:ea typeface="Arial"/>
                <a:cs typeface="Arial"/>
              </a:defRPr>
            </a:lvl1pPr>
            <a:lvl2pPr>
              <a:defRPr sz="2025" b="0">
                <a:solidFill>
                  <a:srgbClr val="71685B"/>
                </a:solidFill>
                <a:latin typeface="Arial"/>
                <a:ea typeface="Arial"/>
                <a:cs typeface="Arial"/>
              </a:defRPr>
            </a:lvl2pPr>
            <a:lvl3pPr>
              <a:defRPr sz="2025" b="0">
                <a:solidFill>
                  <a:srgbClr val="71685B"/>
                </a:solidFill>
                <a:latin typeface="Arial"/>
                <a:ea typeface="Arial"/>
                <a:cs typeface="Arial"/>
              </a:defRPr>
            </a:lvl3pPr>
            <a:lvl4pPr>
              <a:defRPr sz="2025" b="0">
                <a:solidFill>
                  <a:srgbClr val="71685B"/>
                </a:solidFill>
                <a:latin typeface="Arial"/>
                <a:ea typeface="Arial"/>
                <a:cs typeface="Arial"/>
              </a:defRPr>
            </a:lvl4pPr>
            <a:lvl5pPr>
              <a:defRPr sz="2025" b="0">
                <a:solidFill>
                  <a:srgbClr val="71685B"/>
                </a:solidFill>
                <a:latin typeface="Arial"/>
                <a:ea typeface="Arial"/>
                <a:cs typeface="Arial"/>
              </a:defRPr>
            </a:lvl5pPr>
            <a:lvl6pPr>
              <a:defRPr sz="2025" b="0">
                <a:solidFill>
                  <a:srgbClr val="71685B"/>
                </a:solidFill>
                <a:latin typeface="Arial"/>
                <a:ea typeface="Arial"/>
                <a:cs typeface="Arial"/>
              </a:defRPr>
            </a:lvl6pPr>
            <a:lvl7pPr>
              <a:defRPr sz="2025" b="0">
                <a:solidFill>
                  <a:srgbClr val="71685B"/>
                </a:solidFill>
                <a:latin typeface="Arial"/>
                <a:ea typeface="Arial"/>
                <a:cs typeface="Arial"/>
              </a:defRPr>
            </a:lvl7pPr>
            <a:lvl8pPr>
              <a:defRPr sz="2025" b="0">
                <a:solidFill>
                  <a:srgbClr val="71685B"/>
                </a:solidFill>
                <a:latin typeface="Arial"/>
                <a:ea typeface="Arial"/>
                <a:cs typeface="Arial"/>
              </a:defRPr>
            </a:lvl8pPr>
            <a:lvl9pPr>
              <a:defRPr sz="2025" b="0">
                <a:solidFill>
                  <a:srgbClr val="71685B"/>
                </a:solidFill>
                <a:latin typeface="Arial"/>
                <a:ea typeface="Arial"/>
                <a:cs typeface="Arial"/>
              </a:defRPr>
            </a:lvl9pPr>
          </a:lstStyle>
          <a:p xmlns:a="http://schemas.openxmlformats.org/drawingml/2006/main">
            <a:pPr>
              <a:defRPr sz="2025" b="0">
                <a:solidFill>
                  <a:srgbClr val="71685B"/>
                </a:solidFill>
                <a:latin typeface="Arial"/>
                <a:ea typeface="Arial"/>
                <a:cs typeface="Arial"/>
              </a:defRPr>
            </a:pPr>
            <a:r>
              <a:rPr sz="2025" b="0">
                <a:solidFill>
                  <a:srgbClr val="71685B"/>
                </a:solidFill>
                <a:latin typeface="Arial"/>
                <a:ea typeface="Arial"/>
                <a:cs typeface="Arial"/>
              </a:rPr>
              <a:t>0 failures</a:t>
            </a:r>
          </a:p>
          <a:p xmlns:a="http://schemas.openxmlformats.org/drawingml/2006/main">
            <a:pPr>
              <a:defRPr sz="2025" b="0">
                <a:solidFill>
                  <a:srgbClr val="71685B"/>
                </a:solidFill>
                <a:latin typeface="Arial"/>
                <a:ea typeface="Arial"/>
                <a:cs typeface="Arial"/>
              </a:defRPr>
            </a:pPr>
            <a:r>
              <a:rPr sz="2025" b="0">
                <a:solidFill>
                  <a:srgbClr val="71685B"/>
                </a:solidFill>
                <a:latin typeface="Arial"/>
                <a:ea typeface="Arial"/>
                <a:cs typeface="Arial"/>
              </a:rPr>
              <a:t>Android APK built successfully</a:t>
            </a:r>
          </a:p>
        </p:txBody>
      </p:sp>
      <p:sp>
        <p:nvSpPr>
          <p:cNvPr id="7" name="Live demo">
            <a:extLst xmlns:a="http://schemas.openxmlformats.org/drawingml/2006/main">
              <a:ext uri="{FF2B5EF4-FFF2-40B4-BE49-F238E27FC236}">
                <a16:creationId xmlns:a16="http://schemas.microsoft.com/office/drawing/2014/main" id="{7B476B5B-8D66-4B1D-B247-9DCCB0EFCD7B}"/>
              </a:ext>
            </a:extLst>
          </p:cNvPr>
          <p:cNvSpPr>
            <a:spLocks xmlns:a="http://schemas.openxmlformats.org/drawingml/2006/main" noGrp="1"/>
          </p:cNvSpPr>
          <p:nvPr/>
        </p:nvSpPr>
        <p:spPr>
          <a:xfrm xmlns:a="http://schemas.openxmlformats.org/drawingml/2006/main">
            <a:off x="6858000" y="17335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28261F"/>
                </a:solidFill>
                <a:latin typeface="Arial"/>
                <a:ea typeface="Arial"/>
                <a:cs typeface="Arial"/>
              </a:defRPr>
            </a:defPPr>
            <a:lvl1pPr>
              <a:defRPr sz="2475" b="1">
                <a:solidFill>
                  <a:srgbClr val="28261F"/>
                </a:solidFill>
                <a:latin typeface="Arial"/>
                <a:ea typeface="Arial"/>
                <a:cs typeface="Arial"/>
              </a:defRPr>
            </a:lvl1pPr>
            <a:lvl2pPr>
              <a:defRPr sz="2475" b="1">
                <a:solidFill>
                  <a:srgbClr val="28261F"/>
                </a:solidFill>
                <a:latin typeface="Arial"/>
                <a:ea typeface="Arial"/>
                <a:cs typeface="Arial"/>
              </a:defRPr>
            </a:lvl2pPr>
            <a:lvl3pPr>
              <a:defRPr sz="2475" b="1">
                <a:solidFill>
                  <a:srgbClr val="28261F"/>
                </a:solidFill>
                <a:latin typeface="Arial"/>
                <a:ea typeface="Arial"/>
                <a:cs typeface="Arial"/>
              </a:defRPr>
            </a:lvl3pPr>
            <a:lvl4pPr>
              <a:defRPr sz="2475" b="1">
                <a:solidFill>
                  <a:srgbClr val="28261F"/>
                </a:solidFill>
                <a:latin typeface="Arial"/>
                <a:ea typeface="Arial"/>
                <a:cs typeface="Arial"/>
              </a:defRPr>
            </a:lvl4pPr>
            <a:lvl5pPr>
              <a:defRPr sz="2475" b="1">
                <a:solidFill>
                  <a:srgbClr val="28261F"/>
                </a:solidFill>
                <a:latin typeface="Arial"/>
                <a:ea typeface="Arial"/>
                <a:cs typeface="Arial"/>
              </a:defRPr>
            </a:lvl5pPr>
            <a:lvl6pPr>
              <a:defRPr sz="2475" b="1">
                <a:solidFill>
                  <a:srgbClr val="28261F"/>
                </a:solidFill>
                <a:latin typeface="Arial"/>
                <a:ea typeface="Arial"/>
                <a:cs typeface="Arial"/>
              </a:defRPr>
            </a:lvl6pPr>
            <a:lvl7pPr>
              <a:defRPr sz="2475" b="1">
                <a:solidFill>
                  <a:srgbClr val="28261F"/>
                </a:solidFill>
                <a:latin typeface="Arial"/>
                <a:ea typeface="Arial"/>
                <a:cs typeface="Arial"/>
              </a:defRPr>
            </a:lvl7pPr>
            <a:lvl8pPr>
              <a:defRPr sz="2475" b="1">
                <a:solidFill>
                  <a:srgbClr val="28261F"/>
                </a:solidFill>
                <a:latin typeface="Arial"/>
                <a:ea typeface="Arial"/>
                <a:cs typeface="Arial"/>
              </a:defRPr>
            </a:lvl8pPr>
            <a:lvl9pPr>
              <a:defRPr sz="2475" b="1">
                <a:solidFill>
                  <a:srgbClr val="28261F"/>
                </a:solidFill>
                <a:latin typeface="Arial"/>
                <a:ea typeface="Arial"/>
                <a:cs typeface="Arial"/>
              </a:defRPr>
            </a:lvl9pPr>
          </a:lstStyle>
          <a:p xmlns:a="http://schemas.openxmlformats.org/drawingml/2006/main">
            <a:pPr>
              <a:defRPr sz="2475" b="1">
                <a:solidFill>
                  <a:srgbClr val="28261F"/>
                </a:solidFill>
                <a:latin typeface="Arial"/>
                <a:ea typeface="Arial"/>
                <a:cs typeface="Arial"/>
              </a:defRPr>
            </a:pPr>
            <a:r>
              <a:rPr sz="2475" b="1">
                <a:solidFill>
                  <a:srgbClr val="28261F"/>
                </a:solidFill>
                <a:latin typeface="Arial"/>
                <a:ea typeface="Arial"/>
                <a:cs typeface="Arial"/>
              </a:rPr>
              <a:t>Live demo</a:t>
            </a:r>
          </a:p>
        </p:txBody>
      </p:sp>
      <p:sp>
        <p:nvSpPr>
          <p:cNvPr id="8" name="1   Select IITG_DEMO&#10;2   Ask “Where is my nex">
            <a:extLst xmlns:a="http://schemas.openxmlformats.org/drawingml/2006/main">
              <a:ext uri="{FF2B5EF4-FFF2-40B4-BE49-F238E27FC236}">
                <a16:creationId xmlns:a16="http://schemas.microsoft.com/office/drawing/2014/main" id="{9001D8EE-40EC-401C-A811-BE61D49AD660}"/>
              </a:ext>
            </a:extLst>
          </p:cNvPr>
          <p:cNvSpPr>
            <a:spLocks xmlns:a="http://schemas.openxmlformats.org/drawingml/2006/main" noGrp="1"/>
          </p:cNvSpPr>
          <p:nvPr/>
        </p:nvSpPr>
        <p:spPr>
          <a:xfrm xmlns:a="http://schemas.openxmlformats.org/drawingml/2006/main">
            <a:off x="6858000" y="2466975"/>
            <a:ext cx="46672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8261F"/>
                </a:solidFill>
                <a:latin typeface="Arial"/>
                <a:ea typeface="Arial"/>
                <a:cs typeface="Arial"/>
              </a:defRPr>
            </a:defPPr>
            <a:lvl1pPr>
              <a:defRPr sz="1950" b="0">
                <a:solidFill>
                  <a:srgbClr val="28261F"/>
                </a:solidFill>
                <a:latin typeface="Arial"/>
                <a:ea typeface="Arial"/>
                <a:cs typeface="Arial"/>
              </a:defRPr>
            </a:lvl1pPr>
            <a:lvl2pPr>
              <a:defRPr sz="1950" b="0">
                <a:solidFill>
                  <a:srgbClr val="28261F"/>
                </a:solidFill>
                <a:latin typeface="Arial"/>
                <a:ea typeface="Arial"/>
                <a:cs typeface="Arial"/>
              </a:defRPr>
            </a:lvl2pPr>
            <a:lvl3pPr>
              <a:defRPr sz="1950" b="0">
                <a:solidFill>
                  <a:srgbClr val="28261F"/>
                </a:solidFill>
                <a:latin typeface="Arial"/>
                <a:ea typeface="Arial"/>
                <a:cs typeface="Arial"/>
              </a:defRPr>
            </a:lvl3pPr>
            <a:lvl4pPr>
              <a:defRPr sz="1950" b="0">
                <a:solidFill>
                  <a:srgbClr val="28261F"/>
                </a:solidFill>
                <a:latin typeface="Arial"/>
                <a:ea typeface="Arial"/>
                <a:cs typeface="Arial"/>
              </a:defRPr>
            </a:lvl4pPr>
            <a:lvl5pPr>
              <a:defRPr sz="1950" b="0">
                <a:solidFill>
                  <a:srgbClr val="28261F"/>
                </a:solidFill>
                <a:latin typeface="Arial"/>
                <a:ea typeface="Arial"/>
                <a:cs typeface="Arial"/>
              </a:defRPr>
            </a:lvl5pPr>
            <a:lvl6pPr>
              <a:defRPr sz="1950" b="0">
                <a:solidFill>
                  <a:srgbClr val="28261F"/>
                </a:solidFill>
                <a:latin typeface="Arial"/>
                <a:ea typeface="Arial"/>
                <a:cs typeface="Arial"/>
              </a:defRPr>
            </a:lvl6pPr>
            <a:lvl7pPr>
              <a:defRPr sz="1950" b="0">
                <a:solidFill>
                  <a:srgbClr val="28261F"/>
                </a:solidFill>
                <a:latin typeface="Arial"/>
                <a:ea typeface="Arial"/>
                <a:cs typeface="Arial"/>
              </a:defRPr>
            </a:lvl7pPr>
            <a:lvl8pPr>
              <a:defRPr sz="1950" b="0">
                <a:solidFill>
                  <a:srgbClr val="28261F"/>
                </a:solidFill>
                <a:latin typeface="Arial"/>
                <a:ea typeface="Arial"/>
                <a:cs typeface="Arial"/>
              </a:defRPr>
            </a:lvl8pPr>
            <a:lvl9pPr>
              <a:defRPr sz="1950" b="0">
                <a:solidFill>
                  <a:srgbClr val="28261F"/>
                </a:solidFill>
                <a:latin typeface="Arial"/>
                <a:ea typeface="Arial"/>
                <a:cs typeface="Arial"/>
              </a:defRPr>
            </a:lvl9pPr>
          </a:lstStyle>
          <a:p xmlns:a="http://schemas.openxmlformats.org/drawingml/2006/main">
            <a:pPr>
              <a:defRPr sz="1950" b="0">
                <a:solidFill>
                  <a:srgbClr val="28261F"/>
                </a:solidFill>
                <a:latin typeface="Arial"/>
                <a:ea typeface="Arial"/>
                <a:cs typeface="Arial"/>
              </a:defRPr>
            </a:pPr>
            <a:r>
              <a:rPr sz="1950" b="0">
                <a:solidFill>
                  <a:srgbClr val="28261F"/>
                </a:solidFill>
                <a:latin typeface="Arial"/>
                <a:ea typeface="Arial"/>
                <a:cs typeface="Arial"/>
              </a:rPr>
              <a:t>1   Select IITG_DEMO</a:t>
            </a:r>
          </a:p>
          <a:p xmlns:a="http://schemas.openxmlformats.org/drawingml/2006/main">
            <a:pPr>
              <a:defRPr sz="1950" b="0">
                <a:solidFill>
                  <a:srgbClr val="28261F"/>
                </a:solidFill>
                <a:latin typeface="Arial"/>
                <a:ea typeface="Arial"/>
                <a:cs typeface="Arial"/>
              </a:defRPr>
            </a:pPr>
            <a:r>
              <a:rPr sz="1950" b="0">
                <a:solidFill>
                  <a:srgbClr val="28261F"/>
                </a:solidFill>
                <a:latin typeface="Arial"/>
                <a:ea typeface="Arial"/>
                <a:cs typeface="Arial"/>
              </a:rPr>
              <a:t>2   Ask “Where is my next class?”</a:t>
            </a:r>
          </a:p>
          <a:p xmlns:a="http://schemas.openxmlformats.org/drawingml/2006/main">
            <a:pPr>
              <a:defRPr sz="1950" b="0">
                <a:solidFill>
                  <a:srgbClr val="28261F"/>
                </a:solidFill>
                <a:latin typeface="Arial"/>
                <a:ea typeface="Arial"/>
                <a:cs typeface="Arial"/>
              </a:defRPr>
            </a:pPr>
            <a:r>
              <a:rPr sz="1950" b="0">
                <a:solidFill>
                  <a:srgbClr val="28261F"/>
                </a:solidFill>
                <a:latin typeface="Arial"/>
                <a:ea typeface="Arial"/>
                <a:cs typeface="Arial"/>
              </a:rPr>
              <a:t>3   Open Schedule and Map</a:t>
            </a:r>
          </a:p>
          <a:p xmlns:a="http://schemas.openxmlformats.org/drawingml/2006/main">
            <a:pPr>
              <a:defRPr sz="1950" b="0">
                <a:solidFill>
                  <a:srgbClr val="28261F"/>
                </a:solidFill>
                <a:latin typeface="Arial"/>
                <a:ea typeface="Arial"/>
                <a:cs typeface="Arial"/>
              </a:defRPr>
            </a:pPr>
            <a:r>
              <a:rPr sz="1950" b="0">
                <a:solidFill>
                  <a:srgbClr val="28261F"/>
                </a:solidFill>
                <a:latin typeface="Arial"/>
                <a:ea typeface="Arial"/>
                <a:cs typeface="Arial"/>
              </a:rPr>
              <a:t>4   Disable internet and ask a question</a:t>
            </a:r>
          </a:p>
        </p:txBody>
      </p:sp>
      <p:sp>
        <p:nvSpPr>
          <p:cNvPr id="9" name="Phone rehearsal for the latest APK is still p">
            <a:extLst xmlns:a="http://schemas.openxmlformats.org/drawingml/2006/main">
              <a:ext uri="{FF2B5EF4-FFF2-40B4-BE49-F238E27FC236}">
                <a16:creationId xmlns:a16="http://schemas.microsoft.com/office/drawing/2014/main" id="{7E813DA3-E35E-43EB-BBB7-C607FD8C9EEC}"/>
              </a:ext>
            </a:extLst>
          </p:cNvPr>
          <p:cNvSpPr>
            <a:spLocks xmlns:a="http://schemas.openxmlformats.org/drawingml/2006/main" noGrp="1"/>
          </p:cNvSpPr>
          <p:nvPr/>
        </p:nvSpPr>
        <p:spPr>
          <a:xfrm xmlns:a="http://schemas.openxmlformats.org/drawingml/2006/main">
            <a:off x="6858000" y="4667250"/>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71685B"/>
                </a:solidFill>
                <a:latin typeface="Arial"/>
                <a:ea typeface="Arial"/>
                <a:cs typeface="Arial"/>
              </a:defRPr>
            </a:defPPr>
            <a:lvl1pPr>
              <a:defRPr sz="1575" b="0">
                <a:solidFill>
                  <a:srgbClr val="71685B"/>
                </a:solidFill>
                <a:latin typeface="Arial"/>
                <a:ea typeface="Arial"/>
                <a:cs typeface="Arial"/>
              </a:defRPr>
            </a:lvl1pPr>
            <a:lvl2pPr>
              <a:defRPr sz="1575" b="0">
                <a:solidFill>
                  <a:srgbClr val="71685B"/>
                </a:solidFill>
                <a:latin typeface="Arial"/>
                <a:ea typeface="Arial"/>
                <a:cs typeface="Arial"/>
              </a:defRPr>
            </a:lvl2pPr>
            <a:lvl3pPr>
              <a:defRPr sz="1575" b="0">
                <a:solidFill>
                  <a:srgbClr val="71685B"/>
                </a:solidFill>
                <a:latin typeface="Arial"/>
                <a:ea typeface="Arial"/>
                <a:cs typeface="Arial"/>
              </a:defRPr>
            </a:lvl3pPr>
            <a:lvl4pPr>
              <a:defRPr sz="1575" b="0">
                <a:solidFill>
                  <a:srgbClr val="71685B"/>
                </a:solidFill>
                <a:latin typeface="Arial"/>
                <a:ea typeface="Arial"/>
                <a:cs typeface="Arial"/>
              </a:defRPr>
            </a:lvl4pPr>
            <a:lvl5pPr>
              <a:defRPr sz="1575" b="0">
                <a:solidFill>
                  <a:srgbClr val="71685B"/>
                </a:solidFill>
                <a:latin typeface="Arial"/>
                <a:ea typeface="Arial"/>
                <a:cs typeface="Arial"/>
              </a:defRPr>
            </a:lvl5pPr>
            <a:lvl6pPr>
              <a:defRPr sz="1575" b="0">
                <a:solidFill>
                  <a:srgbClr val="71685B"/>
                </a:solidFill>
                <a:latin typeface="Arial"/>
                <a:ea typeface="Arial"/>
                <a:cs typeface="Arial"/>
              </a:defRPr>
            </a:lvl6pPr>
            <a:lvl7pPr>
              <a:defRPr sz="1575" b="0">
                <a:solidFill>
                  <a:srgbClr val="71685B"/>
                </a:solidFill>
                <a:latin typeface="Arial"/>
                <a:ea typeface="Arial"/>
                <a:cs typeface="Arial"/>
              </a:defRPr>
            </a:lvl7pPr>
            <a:lvl8pPr>
              <a:defRPr sz="1575" b="0">
                <a:solidFill>
                  <a:srgbClr val="71685B"/>
                </a:solidFill>
                <a:latin typeface="Arial"/>
                <a:ea typeface="Arial"/>
                <a:cs typeface="Arial"/>
              </a:defRPr>
            </a:lvl8pPr>
            <a:lvl9pPr>
              <a:defRPr sz="1575" b="0">
                <a:solidFill>
                  <a:srgbClr val="71685B"/>
                </a:solidFill>
                <a:latin typeface="Arial"/>
                <a:ea typeface="Arial"/>
                <a:cs typeface="Arial"/>
              </a:defRPr>
            </a:lvl9pPr>
          </a:lstStyle>
          <a:p xmlns:a="http://schemas.openxmlformats.org/drawingml/2006/main">
            <a:pPr>
              <a:defRPr sz="1575" b="0">
                <a:solidFill>
                  <a:srgbClr val="71685B"/>
                </a:solidFill>
                <a:latin typeface="Arial"/>
                <a:ea typeface="Arial"/>
                <a:cs typeface="Arial"/>
              </a:defRPr>
            </a:pPr>
            <a:r>
              <a:rPr sz="1575" b="0">
                <a:solidFill>
                  <a:srgbClr val="71685B"/>
                </a:solidFill>
                <a:latin typeface="Arial"/>
                <a:ea typeface="Arial"/>
                <a:cs typeface="Arial"/>
              </a:rPr>
              <a:t>Phone rehearsal for the latest APK is still pending.</a:t>
            </a:r>
          </a:p>
        </p:txBody>
      </p:sp>
      <p:sp>
        <p:nvSpPr>
          <p:cNvPr id="10" name="Demo limits: provisional theory times and app">
            <a:extLst xmlns:a="http://schemas.openxmlformats.org/drawingml/2006/main">
              <a:ext uri="{FF2B5EF4-FFF2-40B4-BE49-F238E27FC236}">
                <a16:creationId xmlns:a16="http://schemas.microsoft.com/office/drawing/2014/main" id="{30B767B7-7E14-4488-9276-5070704551BC}"/>
              </a:ext>
            </a:extLst>
          </p:cNvPr>
          <p:cNvSpPr>
            <a:spLocks xmlns:a="http://schemas.openxmlformats.org/drawingml/2006/main" noGrp="1"/>
          </p:cNvSpPr>
          <p:nvPr/>
        </p:nvSpPr>
        <p:spPr>
          <a:xfrm xmlns:a="http://schemas.openxmlformats.org/drawingml/2006/main">
            <a:off x="723900" y="5524500"/>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A54028"/>
                </a:solidFill>
                <a:latin typeface="Arial"/>
                <a:ea typeface="Arial"/>
                <a:cs typeface="Arial"/>
              </a:defRPr>
            </a:defPPr>
            <a:lvl1pPr>
              <a:defRPr sz="1650" b="0">
                <a:solidFill>
                  <a:srgbClr val="A54028"/>
                </a:solidFill>
                <a:latin typeface="Arial"/>
                <a:ea typeface="Arial"/>
                <a:cs typeface="Arial"/>
              </a:defRPr>
            </a:lvl1pPr>
            <a:lvl2pPr>
              <a:defRPr sz="1650" b="0">
                <a:solidFill>
                  <a:srgbClr val="A54028"/>
                </a:solidFill>
                <a:latin typeface="Arial"/>
                <a:ea typeface="Arial"/>
                <a:cs typeface="Arial"/>
              </a:defRPr>
            </a:lvl2pPr>
            <a:lvl3pPr>
              <a:defRPr sz="1650" b="0">
                <a:solidFill>
                  <a:srgbClr val="A54028"/>
                </a:solidFill>
                <a:latin typeface="Arial"/>
                <a:ea typeface="Arial"/>
                <a:cs typeface="Arial"/>
              </a:defRPr>
            </a:lvl3pPr>
            <a:lvl4pPr>
              <a:defRPr sz="1650" b="0">
                <a:solidFill>
                  <a:srgbClr val="A54028"/>
                </a:solidFill>
                <a:latin typeface="Arial"/>
                <a:ea typeface="Arial"/>
                <a:cs typeface="Arial"/>
              </a:defRPr>
            </a:lvl4pPr>
            <a:lvl5pPr>
              <a:defRPr sz="1650" b="0">
                <a:solidFill>
                  <a:srgbClr val="A54028"/>
                </a:solidFill>
                <a:latin typeface="Arial"/>
                <a:ea typeface="Arial"/>
                <a:cs typeface="Arial"/>
              </a:defRPr>
            </a:lvl5pPr>
            <a:lvl6pPr>
              <a:defRPr sz="1650" b="0">
                <a:solidFill>
                  <a:srgbClr val="A54028"/>
                </a:solidFill>
                <a:latin typeface="Arial"/>
                <a:ea typeface="Arial"/>
                <a:cs typeface="Arial"/>
              </a:defRPr>
            </a:lvl6pPr>
            <a:lvl7pPr>
              <a:defRPr sz="1650" b="0">
                <a:solidFill>
                  <a:srgbClr val="A54028"/>
                </a:solidFill>
                <a:latin typeface="Arial"/>
                <a:ea typeface="Arial"/>
                <a:cs typeface="Arial"/>
              </a:defRPr>
            </a:lvl7pPr>
            <a:lvl8pPr>
              <a:defRPr sz="1650" b="0">
                <a:solidFill>
                  <a:srgbClr val="A54028"/>
                </a:solidFill>
                <a:latin typeface="Arial"/>
                <a:ea typeface="Arial"/>
                <a:cs typeface="Arial"/>
              </a:defRPr>
            </a:lvl8pPr>
            <a:lvl9pPr>
              <a:defRPr sz="1650" b="0">
                <a:solidFill>
                  <a:srgbClr val="A54028"/>
                </a:solidFill>
                <a:latin typeface="Arial"/>
                <a:ea typeface="Arial"/>
                <a:cs typeface="Arial"/>
              </a:defRPr>
            </a:lvl9pPr>
          </a:lstStyle>
          <a:p xmlns:a="http://schemas.openxmlformats.org/drawingml/2006/main">
            <a:pPr>
              <a:defRPr sz="1650" b="0">
                <a:solidFill>
                  <a:srgbClr val="A54028"/>
                </a:solidFill>
                <a:latin typeface="Arial"/>
                <a:ea typeface="Arial"/>
                <a:cs typeface="Arial"/>
              </a:defRPr>
            </a:pPr>
            <a:r>
              <a:rPr sz="1650" b="0">
                <a:solidFill>
                  <a:srgbClr val="A54028"/>
                </a:solidFill>
                <a:latin typeface="Arial"/>
                <a:ea typeface="Arial"/>
                <a:cs typeface="Arial"/>
              </a:rPr>
              <a:t>Demo limits: provisional theory times and approximate map pins.</a:t>
            </a:r>
          </a:p>
          <a:p xmlns:a="http://schemas.openxmlformats.org/drawingml/2006/main">
            <a:pPr>
              <a:defRPr sz="1650" b="0">
                <a:solidFill>
                  <a:srgbClr val="A54028"/>
                </a:solidFill>
                <a:latin typeface="Arial"/>
                <a:ea typeface="Arial"/>
                <a:cs typeface="Arial"/>
              </a:defRPr>
            </a:pPr>
            <a:r>
              <a:rPr sz="1650" b="0">
                <a:solidFill>
                  <a:srgbClr val="A54028"/>
                </a:solidFill>
                <a:latin typeface="Arial"/>
                <a:ea typeface="Arial"/>
                <a:cs typeface="Arial"/>
              </a:rPr>
              <a:t>Unconfirmed labs cannot be routed. Agent37 and Nodus are not yet connected.</a:t>
            </a:r>
          </a:p>
        </p:txBody>
      </p:sp>
    </p:spTree>
    <p:extLst>
      <p:ext uri="{BB962C8B-B14F-4D97-AF65-F5344CB8AC3E}">
        <p14:creationId xmlns:p14="http://schemas.microsoft.com/office/powerpoint/2010/main" val="270455128"/>
      </p:ext>
    </p:extLst>
  </p:cSld>
</p:sld>
</file>

<file path=ppt/slides/slide5.xml><?xml version="1.0" encoding="utf-8"?>
<p:sld xmlns:p="http://schemas.openxmlformats.org/presentationml/2006/main">
  <p:cSld>
    <p:bg>
      <p:bgPr>
        <a:solidFill xmlns:a="http://schemas.openxmlformats.org/drawingml/2006/main">
          <a:srgbClr val="28261F"/>
        </a:solidFill>
      </p:bgPr>
    </p:bg>
    <p:spTree>
      <p:nvGrpSpPr>
        <p:cNvPr id="1" name=""/>
        <p:cNvGrpSpPr/>
        <p:nvPr/>
      </p:nvGrpSpPr>
      <p:grpSpPr>
        <a:xfrm xmlns:a="http://schemas.openxmlformats.org/drawingml/2006/main"/>
      </p:grpSpPr>
      <p:sp>
        <p:nvSpPr>
          <p:cNvPr id="12" name="Fast answers without cloud dependence">
            <a:extLst xmlns:a="http://schemas.openxmlformats.org/drawingml/2006/main">
              <a:ext uri="{FF2B5EF4-FFF2-40B4-BE49-F238E27FC236}">
                <a16:creationId xmlns:a16="http://schemas.microsoft.com/office/drawing/2014/main" id="{08410E4C-0A78-4EB9-A7DC-FD8EEB3F5962}"/>
              </a:ext>
            </a:extLst>
          </p:cNvPr>
          <p:cNvSpPr>
            <a:spLocks xmlns:a="http://schemas.openxmlformats.org/drawingml/2006/main" noGrp="1"/>
          </p:cNvSpPr>
          <p:nvPr/>
        </p:nvSpPr>
        <p:spPr>
          <a:xfrm xmlns:a="http://schemas.openxmlformats.org/drawingml/2006/main">
            <a:off x="723900" y="6286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a:solidFill>
                  <a:srgbClr val="F4EDE0"/>
                </a:solidFill>
                <a:latin typeface="Georgia"/>
                <a:ea typeface="Georgia"/>
                <a:cs typeface="Georgia"/>
              </a:defRPr>
            </a:defPPr>
            <a:lvl1pPr>
              <a:defRPr sz="3600" b="0">
                <a:solidFill>
                  <a:srgbClr val="F4EDE0"/>
                </a:solidFill>
                <a:latin typeface="Georgia"/>
                <a:ea typeface="Georgia"/>
                <a:cs typeface="Georgia"/>
              </a:defRPr>
            </a:lvl1pPr>
            <a:lvl2pPr>
              <a:defRPr sz="3600" b="0">
                <a:solidFill>
                  <a:srgbClr val="F4EDE0"/>
                </a:solidFill>
                <a:latin typeface="Georgia"/>
                <a:ea typeface="Georgia"/>
                <a:cs typeface="Georgia"/>
              </a:defRPr>
            </a:lvl2pPr>
            <a:lvl3pPr>
              <a:defRPr sz="3600" b="0">
                <a:solidFill>
                  <a:srgbClr val="F4EDE0"/>
                </a:solidFill>
                <a:latin typeface="Georgia"/>
                <a:ea typeface="Georgia"/>
                <a:cs typeface="Georgia"/>
              </a:defRPr>
            </a:lvl3pPr>
            <a:lvl4pPr>
              <a:defRPr sz="3600" b="0">
                <a:solidFill>
                  <a:srgbClr val="F4EDE0"/>
                </a:solidFill>
                <a:latin typeface="Georgia"/>
                <a:ea typeface="Georgia"/>
                <a:cs typeface="Georgia"/>
              </a:defRPr>
            </a:lvl4pPr>
            <a:lvl5pPr>
              <a:defRPr sz="3600" b="0">
                <a:solidFill>
                  <a:srgbClr val="F4EDE0"/>
                </a:solidFill>
                <a:latin typeface="Georgia"/>
                <a:ea typeface="Georgia"/>
                <a:cs typeface="Georgia"/>
              </a:defRPr>
            </a:lvl5pPr>
            <a:lvl6pPr>
              <a:defRPr sz="3600" b="0">
                <a:solidFill>
                  <a:srgbClr val="F4EDE0"/>
                </a:solidFill>
                <a:latin typeface="Georgia"/>
                <a:ea typeface="Georgia"/>
                <a:cs typeface="Georgia"/>
              </a:defRPr>
            </a:lvl6pPr>
            <a:lvl7pPr>
              <a:defRPr sz="3600" b="0">
                <a:solidFill>
                  <a:srgbClr val="F4EDE0"/>
                </a:solidFill>
                <a:latin typeface="Georgia"/>
                <a:ea typeface="Georgia"/>
                <a:cs typeface="Georgia"/>
              </a:defRPr>
            </a:lvl7pPr>
            <a:lvl8pPr>
              <a:defRPr sz="3600" b="0">
                <a:solidFill>
                  <a:srgbClr val="F4EDE0"/>
                </a:solidFill>
                <a:latin typeface="Georgia"/>
                <a:ea typeface="Georgia"/>
                <a:cs typeface="Georgia"/>
              </a:defRPr>
            </a:lvl8pPr>
            <a:lvl9pPr>
              <a:defRPr sz="3600" b="0">
                <a:solidFill>
                  <a:srgbClr val="F4EDE0"/>
                </a:solidFill>
                <a:latin typeface="Georgia"/>
                <a:ea typeface="Georgia"/>
                <a:cs typeface="Georgia"/>
              </a:defRPr>
            </a:lvl9pPr>
          </a:lstStyle>
          <a:p xmlns:a="http://schemas.openxmlformats.org/drawingml/2006/main">
            <a:pPr>
              <a:defRPr sz="3600" b="0">
                <a:solidFill>
                  <a:srgbClr val="F4EDE0"/>
                </a:solidFill>
                <a:latin typeface="Georgia"/>
                <a:ea typeface="Georgia"/>
                <a:cs typeface="Georgia"/>
              </a:defRPr>
            </a:pPr>
            <a:r>
              <a:rPr sz="3600" b="0">
                <a:solidFill>
                  <a:srgbClr val="F4EDE0"/>
                </a:solidFill>
                <a:latin typeface="Georgia"/>
                <a:ea typeface="Georgia"/>
                <a:cs typeface="Georgia"/>
              </a:rPr>
              <a:t>Fast answers without cloud dependence</a:t>
            </a:r>
          </a:p>
        </p:txBody>
      </p:sp>
      <p:sp>
        <p:nvSpPr>
          <p:cNvPr id="2" name="CrystalX / PrismCampus">
            <a:extLst xmlns:a="http://schemas.openxmlformats.org/drawingml/2006/main">
              <a:ext uri="{FF2B5EF4-FFF2-40B4-BE49-F238E27FC236}">
                <a16:creationId xmlns:a16="http://schemas.microsoft.com/office/drawing/2014/main" id="{451A7F81-25AD-457F-916D-8ED58828D351}"/>
              </a:ext>
            </a:extLst>
          </p:cNvPr>
          <p:cNvSpPr>
            <a:spLocks xmlns:a="http://schemas.openxmlformats.org/drawingml/2006/main" noGrp="1"/>
          </p:cNvSpPr>
          <p:nvPr/>
        </p:nvSpPr>
        <p:spPr>
          <a:xfrm xmlns:a="http://schemas.openxmlformats.org/drawingml/2006/main">
            <a:off x="723900" y="642937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F4EDE0"/>
                </a:solidFill>
                <a:latin typeface="Arial"/>
                <a:ea typeface="Arial"/>
                <a:cs typeface="Arial"/>
              </a:defRPr>
            </a:defPPr>
            <a:lvl1pPr>
              <a:defRPr sz="1200" b="0">
                <a:solidFill>
                  <a:srgbClr val="F4EDE0"/>
                </a:solidFill>
                <a:latin typeface="Arial"/>
                <a:ea typeface="Arial"/>
                <a:cs typeface="Arial"/>
              </a:defRPr>
            </a:lvl1pPr>
            <a:lvl2pPr>
              <a:defRPr sz="1200" b="0">
                <a:solidFill>
                  <a:srgbClr val="F4EDE0"/>
                </a:solidFill>
                <a:latin typeface="Arial"/>
                <a:ea typeface="Arial"/>
                <a:cs typeface="Arial"/>
              </a:defRPr>
            </a:lvl2pPr>
            <a:lvl3pPr>
              <a:defRPr sz="1200" b="0">
                <a:solidFill>
                  <a:srgbClr val="F4EDE0"/>
                </a:solidFill>
                <a:latin typeface="Arial"/>
                <a:ea typeface="Arial"/>
                <a:cs typeface="Arial"/>
              </a:defRPr>
            </a:lvl3pPr>
            <a:lvl4pPr>
              <a:defRPr sz="1200" b="0">
                <a:solidFill>
                  <a:srgbClr val="F4EDE0"/>
                </a:solidFill>
                <a:latin typeface="Arial"/>
                <a:ea typeface="Arial"/>
                <a:cs typeface="Arial"/>
              </a:defRPr>
            </a:lvl4pPr>
            <a:lvl5pPr>
              <a:defRPr sz="1200" b="0">
                <a:solidFill>
                  <a:srgbClr val="F4EDE0"/>
                </a:solidFill>
                <a:latin typeface="Arial"/>
                <a:ea typeface="Arial"/>
                <a:cs typeface="Arial"/>
              </a:defRPr>
            </a:lvl5pPr>
            <a:lvl6pPr>
              <a:defRPr sz="1200" b="0">
                <a:solidFill>
                  <a:srgbClr val="F4EDE0"/>
                </a:solidFill>
                <a:latin typeface="Arial"/>
                <a:ea typeface="Arial"/>
                <a:cs typeface="Arial"/>
              </a:defRPr>
            </a:lvl6pPr>
            <a:lvl7pPr>
              <a:defRPr sz="1200" b="0">
                <a:solidFill>
                  <a:srgbClr val="F4EDE0"/>
                </a:solidFill>
                <a:latin typeface="Arial"/>
                <a:ea typeface="Arial"/>
                <a:cs typeface="Arial"/>
              </a:defRPr>
            </a:lvl7pPr>
            <a:lvl8pPr>
              <a:defRPr sz="1200" b="0">
                <a:solidFill>
                  <a:srgbClr val="F4EDE0"/>
                </a:solidFill>
                <a:latin typeface="Arial"/>
                <a:ea typeface="Arial"/>
                <a:cs typeface="Arial"/>
              </a:defRPr>
            </a:lvl8pPr>
            <a:lvl9pPr>
              <a:defRPr sz="1200" b="0">
                <a:solidFill>
                  <a:srgbClr val="F4EDE0"/>
                </a:solidFill>
                <a:latin typeface="Arial"/>
                <a:ea typeface="Arial"/>
                <a:cs typeface="Arial"/>
              </a:defRPr>
            </a:lvl9pPr>
          </a:lstStyle>
          <a:p xmlns:a="http://schemas.openxmlformats.org/drawingml/2006/main">
            <a:pPr>
              <a:defRPr sz="1200" b="0">
                <a:solidFill>
                  <a:srgbClr val="F4EDE0"/>
                </a:solidFill>
                <a:latin typeface="Arial"/>
                <a:ea typeface="Arial"/>
                <a:cs typeface="Arial"/>
              </a:defRPr>
            </a:pPr>
            <a:r>
              <a:rPr sz="1200" b="0">
                <a:solidFill>
                  <a:srgbClr val="F4EDE0"/>
                </a:solidFill>
                <a:latin typeface="Arial"/>
                <a:ea typeface="Arial"/>
                <a:cs typeface="Arial"/>
              </a:rPr>
              <a:t>CrystalX / PrismCampus</a:t>
            </a:r>
          </a:p>
        </p:txBody>
      </p:sp>
      <p:sp>
        <p:nvSpPr>
          <p:cNvPr id="3" name="05">
            <a:extLst xmlns:a="http://schemas.openxmlformats.org/drawingml/2006/main">
              <a:ext uri="{FF2B5EF4-FFF2-40B4-BE49-F238E27FC236}">
                <a16:creationId xmlns:a16="http://schemas.microsoft.com/office/drawing/2014/main" id="{A0215FC5-3B45-4998-B17A-7B3995CB718D}"/>
              </a:ext>
            </a:extLst>
          </p:cNvPr>
          <p:cNvSpPr>
            <a:spLocks xmlns:a="http://schemas.openxmlformats.org/drawingml/2006/main" noGrp="1"/>
          </p:cNvSpPr>
          <p:nvPr/>
        </p:nvSpPr>
        <p:spPr>
          <a:xfrm xmlns:a="http://schemas.openxmlformats.org/drawingml/2006/main">
            <a:off x="11001375" y="64103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F4EDE0"/>
                </a:solidFill>
                <a:latin typeface="Arial"/>
                <a:ea typeface="Arial"/>
                <a:cs typeface="Arial"/>
              </a:defRPr>
            </a:defPPr>
            <a:lvl1pPr>
              <a:defRPr sz="1425" b="0">
                <a:solidFill>
                  <a:srgbClr val="F4EDE0"/>
                </a:solidFill>
                <a:latin typeface="Arial"/>
                <a:ea typeface="Arial"/>
                <a:cs typeface="Arial"/>
              </a:defRPr>
            </a:lvl1pPr>
            <a:lvl2pPr>
              <a:defRPr sz="1425" b="0">
                <a:solidFill>
                  <a:srgbClr val="F4EDE0"/>
                </a:solidFill>
                <a:latin typeface="Arial"/>
                <a:ea typeface="Arial"/>
                <a:cs typeface="Arial"/>
              </a:defRPr>
            </a:lvl2pPr>
            <a:lvl3pPr>
              <a:defRPr sz="1425" b="0">
                <a:solidFill>
                  <a:srgbClr val="F4EDE0"/>
                </a:solidFill>
                <a:latin typeface="Arial"/>
                <a:ea typeface="Arial"/>
                <a:cs typeface="Arial"/>
              </a:defRPr>
            </a:lvl3pPr>
            <a:lvl4pPr>
              <a:defRPr sz="1425" b="0">
                <a:solidFill>
                  <a:srgbClr val="F4EDE0"/>
                </a:solidFill>
                <a:latin typeface="Arial"/>
                <a:ea typeface="Arial"/>
                <a:cs typeface="Arial"/>
              </a:defRPr>
            </a:lvl4pPr>
            <a:lvl5pPr>
              <a:defRPr sz="1425" b="0">
                <a:solidFill>
                  <a:srgbClr val="F4EDE0"/>
                </a:solidFill>
                <a:latin typeface="Arial"/>
                <a:ea typeface="Arial"/>
                <a:cs typeface="Arial"/>
              </a:defRPr>
            </a:lvl5pPr>
            <a:lvl6pPr>
              <a:defRPr sz="1425" b="0">
                <a:solidFill>
                  <a:srgbClr val="F4EDE0"/>
                </a:solidFill>
                <a:latin typeface="Arial"/>
                <a:ea typeface="Arial"/>
                <a:cs typeface="Arial"/>
              </a:defRPr>
            </a:lvl6pPr>
            <a:lvl7pPr>
              <a:defRPr sz="1425" b="0">
                <a:solidFill>
                  <a:srgbClr val="F4EDE0"/>
                </a:solidFill>
                <a:latin typeface="Arial"/>
                <a:ea typeface="Arial"/>
                <a:cs typeface="Arial"/>
              </a:defRPr>
            </a:lvl7pPr>
            <a:lvl8pPr>
              <a:defRPr sz="1425" b="0">
                <a:solidFill>
                  <a:srgbClr val="F4EDE0"/>
                </a:solidFill>
                <a:latin typeface="Arial"/>
                <a:ea typeface="Arial"/>
                <a:cs typeface="Arial"/>
              </a:defRPr>
            </a:lvl8pPr>
            <a:lvl9pPr>
              <a:defRPr sz="1425" b="0">
                <a:solidFill>
                  <a:srgbClr val="F4EDE0"/>
                </a:solidFill>
                <a:latin typeface="Arial"/>
                <a:ea typeface="Arial"/>
                <a:cs typeface="Arial"/>
              </a:defRPr>
            </a:lvl9pPr>
          </a:lstStyle>
          <a:p xmlns:a="http://schemas.openxmlformats.org/drawingml/2006/main">
            <a:pPr>
              <a:defRPr sz="1425" b="0">
                <a:solidFill>
                  <a:srgbClr val="F4EDE0"/>
                </a:solidFill>
                <a:latin typeface="Arial"/>
                <a:ea typeface="Arial"/>
                <a:cs typeface="Arial"/>
              </a:defRPr>
            </a:pPr>
            <a:r>
              <a:rPr sz="1425" b="0">
                <a:solidFill>
                  <a:srgbClr val="F4EDE0"/>
                </a:solidFill>
                <a:latin typeface="Arial"/>
                <a:ea typeface="Arial"/>
                <a:cs typeface="Arial"/>
              </a:rPr>
              <a:t>05</a:t>
            </a:r>
          </a:p>
        </p:txBody>
      </p:sp>
      <p:sp>
        <p:nvSpPr>
          <p:cNvPr id="4" name="Campus commands">
            <a:extLst xmlns:a="http://schemas.openxmlformats.org/drawingml/2006/main">
              <a:ext uri="{FF2B5EF4-FFF2-40B4-BE49-F238E27FC236}">
                <a16:creationId xmlns:a16="http://schemas.microsoft.com/office/drawing/2014/main" id="{8020A3A6-2C90-4157-83FA-38AD579F9A1D}"/>
              </a:ext>
            </a:extLst>
          </p:cNvPr>
          <p:cNvSpPr>
            <a:spLocks xmlns:a="http://schemas.openxmlformats.org/drawingml/2006/main" noGrp="1"/>
          </p:cNvSpPr>
          <p:nvPr/>
        </p:nvSpPr>
        <p:spPr>
          <a:xfrm xmlns:a="http://schemas.openxmlformats.org/drawingml/2006/main">
            <a:off x="723900" y="179070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CBA25A"/>
                </a:solidFill>
                <a:latin typeface="Georgia"/>
                <a:ea typeface="Georgia"/>
                <a:cs typeface="Georgia"/>
              </a:defRPr>
            </a:defPPr>
            <a:lvl1pPr>
              <a:defRPr sz="2700" b="0">
                <a:solidFill>
                  <a:srgbClr val="CBA25A"/>
                </a:solidFill>
                <a:latin typeface="Georgia"/>
                <a:ea typeface="Georgia"/>
                <a:cs typeface="Georgia"/>
              </a:defRPr>
            </a:lvl1pPr>
            <a:lvl2pPr>
              <a:defRPr sz="2700" b="0">
                <a:solidFill>
                  <a:srgbClr val="CBA25A"/>
                </a:solidFill>
                <a:latin typeface="Georgia"/>
                <a:ea typeface="Georgia"/>
                <a:cs typeface="Georgia"/>
              </a:defRPr>
            </a:lvl2pPr>
            <a:lvl3pPr>
              <a:defRPr sz="2700" b="0">
                <a:solidFill>
                  <a:srgbClr val="CBA25A"/>
                </a:solidFill>
                <a:latin typeface="Georgia"/>
                <a:ea typeface="Georgia"/>
                <a:cs typeface="Georgia"/>
              </a:defRPr>
            </a:lvl3pPr>
            <a:lvl4pPr>
              <a:defRPr sz="2700" b="0">
                <a:solidFill>
                  <a:srgbClr val="CBA25A"/>
                </a:solidFill>
                <a:latin typeface="Georgia"/>
                <a:ea typeface="Georgia"/>
                <a:cs typeface="Georgia"/>
              </a:defRPr>
            </a:lvl4pPr>
            <a:lvl5pPr>
              <a:defRPr sz="2700" b="0">
                <a:solidFill>
                  <a:srgbClr val="CBA25A"/>
                </a:solidFill>
                <a:latin typeface="Georgia"/>
                <a:ea typeface="Georgia"/>
                <a:cs typeface="Georgia"/>
              </a:defRPr>
            </a:lvl5pPr>
            <a:lvl6pPr>
              <a:defRPr sz="2700" b="0">
                <a:solidFill>
                  <a:srgbClr val="CBA25A"/>
                </a:solidFill>
                <a:latin typeface="Georgia"/>
                <a:ea typeface="Georgia"/>
                <a:cs typeface="Georgia"/>
              </a:defRPr>
            </a:lvl6pPr>
            <a:lvl7pPr>
              <a:defRPr sz="2700" b="0">
                <a:solidFill>
                  <a:srgbClr val="CBA25A"/>
                </a:solidFill>
                <a:latin typeface="Georgia"/>
                <a:ea typeface="Georgia"/>
                <a:cs typeface="Georgia"/>
              </a:defRPr>
            </a:lvl7pPr>
            <a:lvl8pPr>
              <a:defRPr sz="2700" b="0">
                <a:solidFill>
                  <a:srgbClr val="CBA25A"/>
                </a:solidFill>
                <a:latin typeface="Georgia"/>
                <a:ea typeface="Georgia"/>
                <a:cs typeface="Georgia"/>
              </a:defRPr>
            </a:lvl8pPr>
            <a:lvl9pPr>
              <a:defRPr sz="2700" b="0">
                <a:solidFill>
                  <a:srgbClr val="CBA25A"/>
                </a:solidFill>
                <a:latin typeface="Georgia"/>
                <a:ea typeface="Georgia"/>
                <a:cs typeface="Georgia"/>
              </a:defRPr>
            </a:lvl9pPr>
          </a:lstStyle>
          <a:p xmlns:a="http://schemas.openxmlformats.org/drawingml/2006/main">
            <a:pPr>
              <a:defRPr sz="2700" b="0">
                <a:solidFill>
                  <a:srgbClr val="CBA25A"/>
                </a:solidFill>
                <a:latin typeface="Georgia"/>
                <a:ea typeface="Georgia"/>
                <a:cs typeface="Georgia"/>
              </a:defRPr>
            </a:pPr>
            <a:r>
              <a:rPr sz="2700" b="0">
                <a:solidFill>
                  <a:srgbClr val="CBA25A"/>
                </a:solidFill>
                <a:latin typeface="Georgia"/>
                <a:ea typeface="Georgia"/>
                <a:cs typeface="Georgia"/>
              </a:rPr>
              <a:t>Campus commands</a:t>
            </a:r>
          </a:p>
        </p:txBody>
      </p:sp>
      <p:sp>
        <p:nvSpPr>
          <p:cNvPr id="5" name="“Next class” reads the saved timetable.&#10;It do">
            <a:extLst xmlns:a="http://schemas.openxmlformats.org/drawingml/2006/main">
              <a:ext uri="{FF2B5EF4-FFF2-40B4-BE49-F238E27FC236}">
                <a16:creationId xmlns:a16="http://schemas.microsoft.com/office/drawing/2014/main" id="{579A4E8B-3AE4-4CA1-9F15-76B2CB6683B0}"/>
              </a:ext>
            </a:extLst>
          </p:cNvPr>
          <p:cNvSpPr>
            <a:spLocks xmlns:a="http://schemas.openxmlformats.org/drawingml/2006/main" noGrp="1"/>
          </p:cNvSpPr>
          <p:nvPr/>
        </p:nvSpPr>
        <p:spPr>
          <a:xfrm xmlns:a="http://schemas.openxmlformats.org/drawingml/2006/main">
            <a:off x="723900" y="2457450"/>
            <a:ext cx="5048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4EDE0"/>
                </a:solidFill>
                <a:latin typeface="Arial"/>
                <a:ea typeface="Arial"/>
                <a:cs typeface="Arial"/>
              </a:defRPr>
            </a:defPPr>
            <a:lvl1pPr>
              <a:defRPr sz="2175" b="0">
                <a:solidFill>
                  <a:srgbClr val="F4EDE0"/>
                </a:solidFill>
                <a:latin typeface="Arial"/>
                <a:ea typeface="Arial"/>
                <a:cs typeface="Arial"/>
              </a:defRPr>
            </a:lvl1pPr>
            <a:lvl2pPr>
              <a:defRPr sz="2175" b="0">
                <a:solidFill>
                  <a:srgbClr val="F4EDE0"/>
                </a:solidFill>
                <a:latin typeface="Arial"/>
                <a:ea typeface="Arial"/>
                <a:cs typeface="Arial"/>
              </a:defRPr>
            </a:lvl2pPr>
            <a:lvl3pPr>
              <a:defRPr sz="2175" b="0">
                <a:solidFill>
                  <a:srgbClr val="F4EDE0"/>
                </a:solidFill>
                <a:latin typeface="Arial"/>
                <a:ea typeface="Arial"/>
                <a:cs typeface="Arial"/>
              </a:defRPr>
            </a:lvl3pPr>
            <a:lvl4pPr>
              <a:defRPr sz="2175" b="0">
                <a:solidFill>
                  <a:srgbClr val="F4EDE0"/>
                </a:solidFill>
                <a:latin typeface="Arial"/>
                <a:ea typeface="Arial"/>
                <a:cs typeface="Arial"/>
              </a:defRPr>
            </a:lvl4pPr>
            <a:lvl5pPr>
              <a:defRPr sz="2175" b="0">
                <a:solidFill>
                  <a:srgbClr val="F4EDE0"/>
                </a:solidFill>
                <a:latin typeface="Arial"/>
                <a:ea typeface="Arial"/>
                <a:cs typeface="Arial"/>
              </a:defRPr>
            </a:lvl5pPr>
            <a:lvl6pPr>
              <a:defRPr sz="2175" b="0">
                <a:solidFill>
                  <a:srgbClr val="F4EDE0"/>
                </a:solidFill>
                <a:latin typeface="Arial"/>
                <a:ea typeface="Arial"/>
                <a:cs typeface="Arial"/>
              </a:defRPr>
            </a:lvl6pPr>
            <a:lvl7pPr>
              <a:defRPr sz="2175" b="0">
                <a:solidFill>
                  <a:srgbClr val="F4EDE0"/>
                </a:solidFill>
                <a:latin typeface="Arial"/>
                <a:ea typeface="Arial"/>
                <a:cs typeface="Arial"/>
              </a:defRPr>
            </a:lvl7pPr>
            <a:lvl8pPr>
              <a:defRPr sz="2175" b="0">
                <a:solidFill>
                  <a:srgbClr val="F4EDE0"/>
                </a:solidFill>
                <a:latin typeface="Arial"/>
                <a:ea typeface="Arial"/>
                <a:cs typeface="Arial"/>
              </a:defRPr>
            </a:lvl8pPr>
            <a:lvl9pPr>
              <a:defRPr sz="2175" b="0">
                <a:solidFill>
                  <a:srgbClr val="F4EDE0"/>
                </a:solidFill>
                <a:latin typeface="Arial"/>
                <a:ea typeface="Arial"/>
                <a:cs typeface="Arial"/>
              </a:defRPr>
            </a:lvl9pPr>
          </a:lstStyle>
          <a:p xmlns:a="http://schemas.openxmlformats.org/drawingml/2006/main">
            <a:pPr>
              <a:defRPr sz="2175" b="0">
                <a:solidFill>
                  <a:srgbClr val="F4EDE0"/>
                </a:solidFill>
                <a:latin typeface="Arial"/>
                <a:ea typeface="Arial"/>
                <a:cs typeface="Arial"/>
              </a:defRPr>
            </a:pPr>
            <a:r>
              <a:rPr sz="2175" b="0">
                <a:solidFill>
                  <a:srgbClr val="F4EDE0"/>
                </a:solidFill>
                <a:latin typeface="Arial"/>
                <a:ea typeface="Arial"/>
                <a:cs typeface="Arial"/>
              </a:rPr>
              <a:t>“Next class” reads the saved timetable.</a:t>
            </a:r>
          </a:p>
          <a:p xmlns:a="http://schemas.openxmlformats.org/drawingml/2006/main">
            <a:pPr>
              <a:defRPr sz="2175" b="0">
                <a:solidFill>
                  <a:srgbClr val="F4EDE0"/>
                </a:solidFill>
                <a:latin typeface="Arial"/>
                <a:ea typeface="Arial"/>
                <a:cs typeface="Arial"/>
              </a:defRPr>
            </a:pPr>
            <a:r>
              <a:rPr sz="2175" b="0">
                <a:solidFill>
                  <a:srgbClr val="F4EDE0"/>
                </a:solidFill>
                <a:latin typeface="Arial"/>
                <a:ea typeface="Arial"/>
                <a:cs typeface="Arial"/>
              </a:rPr>
              <a:t>It does not wait for model generation.</a:t>
            </a:r>
          </a:p>
        </p:txBody>
      </p:sp>
      <p:sp>
        <p:nvSpPr>
          <p:cNvPr id="6" name="General questions">
            <a:extLst xmlns:a="http://schemas.openxmlformats.org/drawingml/2006/main">
              <a:ext uri="{FF2B5EF4-FFF2-40B4-BE49-F238E27FC236}">
                <a16:creationId xmlns:a16="http://schemas.microsoft.com/office/drawing/2014/main" id="{9DA63051-CF42-480B-9B81-B879F4B3846A}"/>
              </a:ext>
            </a:extLst>
          </p:cNvPr>
          <p:cNvSpPr>
            <a:spLocks xmlns:a="http://schemas.openxmlformats.org/drawingml/2006/main" noGrp="1"/>
          </p:cNvSpPr>
          <p:nvPr/>
        </p:nvSpPr>
        <p:spPr>
          <a:xfrm xmlns:a="http://schemas.openxmlformats.org/drawingml/2006/main">
            <a:off x="6724650" y="17907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0">
                <a:solidFill>
                  <a:srgbClr val="CBA25A"/>
                </a:solidFill>
                <a:latin typeface="Georgia"/>
                <a:ea typeface="Georgia"/>
                <a:cs typeface="Georgia"/>
              </a:defRPr>
            </a:defPPr>
            <a:lvl1pPr>
              <a:defRPr sz="2700" b="0">
                <a:solidFill>
                  <a:srgbClr val="CBA25A"/>
                </a:solidFill>
                <a:latin typeface="Georgia"/>
                <a:ea typeface="Georgia"/>
                <a:cs typeface="Georgia"/>
              </a:defRPr>
            </a:lvl1pPr>
            <a:lvl2pPr>
              <a:defRPr sz="2700" b="0">
                <a:solidFill>
                  <a:srgbClr val="CBA25A"/>
                </a:solidFill>
                <a:latin typeface="Georgia"/>
                <a:ea typeface="Georgia"/>
                <a:cs typeface="Georgia"/>
              </a:defRPr>
            </a:lvl2pPr>
            <a:lvl3pPr>
              <a:defRPr sz="2700" b="0">
                <a:solidFill>
                  <a:srgbClr val="CBA25A"/>
                </a:solidFill>
                <a:latin typeface="Georgia"/>
                <a:ea typeface="Georgia"/>
                <a:cs typeface="Georgia"/>
              </a:defRPr>
            </a:lvl3pPr>
            <a:lvl4pPr>
              <a:defRPr sz="2700" b="0">
                <a:solidFill>
                  <a:srgbClr val="CBA25A"/>
                </a:solidFill>
                <a:latin typeface="Georgia"/>
                <a:ea typeface="Georgia"/>
                <a:cs typeface="Georgia"/>
              </a:defRPr>
            </a:lvl4pPr>
            <a:lvl5pPr>
              <a:defRPr sz="2700" b="0">
                <a:solidFill>
                  <a:srgbClr val="CBA25A"/>
                </a:solidFill>
                <a:latin typeface="Georgia"/>
                <a:ea typeface="Georgia"/>
                <a:cs typeface="Georgia"/>
              </a:defRPr>
            </a:lvl5pPr>
            <a:lvl6pPr>
              <a:defRPr sz="2700" b="0">
                <a:solidFill>
                  <a:srgbClr val="CBA25A"/>
                </a:solidFill>
                <a:latin typeface="Georgia"/>
                <a:ea typeface="Georgia"/>
                <a:cs typeface="Georgia"/>
              </a:defRPr>
            </a:lvl6pPr>
            <a:lvl7pPr>
              <a:defRPr sz="2700" b="0">
                <a:solidFill>
                  <a:srgbClr val="CBA25A"/>
                </a:solidFill>
                <a:latin typeface="Georgia"/>
                <a:ea typeface="Georgia"/>
                <a:cs typeface="Georgia"/>
              </a:defRPr>
            </a:lvl7pPr>
            <a:lvl8pPr>
              <a:defRPr sz="2700" b="0">
                <a:solidFill>
                  <a:srgbClr val="CBA25A"/>
                </a:solidFill>
                <a:latin typeface="Georgia"/>
                <a:ea typeface="Georgia"/>
                <a:cs typeface="Georgia"/>
              </a:defRPr>
            </a:lvl8pPr>
            <a:lvl9pPr>
              <a:defRPr sz="2700" b="0">
                <a:solidFill>
                  <a:srgbClr val="CBA25A"/>
                </a:solidFill>
                <a:latin typeface="Georgia"/>
                <a:ea typeface="Georgia"/>
                <a:cs typeface="Georgia"/>
              </a:defRPr>
            </a:lvl9pPr>
          </a:lstStyle>
          <a:p xmlns:a="http://schemas.openxmlformats.org/drawingml/2006/main">
            <a:pPr>
              <a:defRPr sz="2700" b="0">
                <a:solidFill>
                  <a:srgbClr val="CBA25A"/>
                </a:solidFill>
                <a:latin typeface="Georgia"/>
                <a:ea typeface="Georgia"/>
                <a:cs typeface="Georgia"/>
              </a:defRPr>
            </a:pPr>
            <a:r>
              <a:rPr sz="2700" b="0">
                <a:solidFill>
                  <a:srgbClr val="CBA25A"/>
                </a:solidFill>
                <a:latin typeface="Georgia"/>
                <a:ea typeface="Georgia"/>
                <a:cs typeface="Georgia"/>
              </a:rPr>
              <a:t>General questions</a:t>
            </a:r>
          </a:p>
        </p:txBody>
      </p:sp>
      <p:sp>
        <p:nvSpPr>
          <p:cNvPr id="7" name="Gemini when online.&#10;Qwen on the phone when of">
            <a:extLst xmlns:a="http://schemas.openxmlformats.org/drawingml/2006/main">
              <a:ext uri="{FF2B5EF4-FFF2-40B4-BE49-F238E27FC236}">
                <a16:creationId xmlns:a16="http://schemas.microsoft.com/office/drawing/2014/main" id="{EA77E697-0203-426E-9DFC-A7B813D03511}"/>
              </a:ext>
            </a:extLst>
          </p:cNvPr>
          <p:cNvSpPr>
            <a:spLocks xmlns:a="http://schemas.openxmlformats.org/drawingml/2006/main" noGrp="1"/>
          </p:cNvSpPr>
          <p:nvPr/>
        </p:nvSpPr>
        <p:spPr>
          <a:xfrm xmlns:a="http://schemas.openxmlformats.org/drawingml/2006/main">
            <a:off x="6724650" y="2457450"/>
            <a:ext cx="4667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4EDE0"/>
                </a:solidFill>
                <a:latin typeface="Arial"/>
                <a:ea typeface="Arial"/>
                <a:cs typeface="Arial"/>
              </a:defRPr>
            </a:defPPr>
            <a:lvl1pPr>
              <a:defRPr sz="2175" b="0">
                <a:solidFill>
                  <a:srgbClr val="F4EDE0"/>
                </a:solidFill>
                <a:latin typeface="Arial"/>
                <a:ea typeface="Arial"/>
                <a:cs typeface="Arial"/>
              </a:defRPr>
            </a:lvl1pPr>
            <a:lvl2pPr>
              <a:defRPr sz="2175" b="0">
                <a:solidFill>
                  <a:srgbClr val="F4EDE0"/>
                </a:solidFill>
                <a:latin typeface="Arial"/>
                <a:ea typeface="Arial"/>
                <a:cs typeface="Arial"/>
              </a:defRPr>
            </a:lvl2pPr>
            <a:lvl3pPr>
              <a:defRPr sz="2175" b="0">
                <a:solidFill>
                  <a:srgbClr val="F4EDE0"/>
                </a:solidFill>
                <a:latin typeface="Arial"/>
                <a:ea typeface="Arial"/>
                <a:cs typeface="Arial"/>
              </a:defRPr>
            </a:lvl3pPr>
            <a:lvl4pPr>
              <a:defRPr sz="2175" b="0">
                <a:solidFill>
                  <a:srgbClr val="F4EDE0"/>
                </a:solidFill>
                <a:latin typeface="Arial"/>
                <a:ea typeface="Arial"/>
                <a:cs typeface="Arial"/>
              </a:defRPr>
            </a:lvl4pPr>
            <a:lvl5pPr>
              <a:defRPr sz="2175" b="0">
                <a:solidFill>
                  <a:srgbClr val="F4EDE0"/>
                </a:solidFill>
                <a:latin typeface="Arial"/>
                <a:ea typeface="Arial"/>
                <a:cs typeface="Arial"/>
              </a:defRPr>
            </a:lvl5pPr>
            <a:lvl6pPr>
              <a:defRPr sz="2175" b="0">
                <a:solidFill>
                  <a:srgbClr val="F4EDE0"/>
                </a:solidFill>
                <a:latin typeface="Arial"/>
                <a:ea typeface="Arial"/>
                <a:cs typeface="Arial"/>
              </a:defRPr>
            </a:lvl6pPr>
            <a:lvl7pPr>
              <a:defRPr sz="2175" b="0">
                <a:solidFill>
                  <a:srgbClr val="F4EDE0"/>
                </a:solidFill>
                <a:latin typeface="Arial"/>
                <a:ea typeface="Arial"/>
                <a:cs typeface="Arial"/>
              </a:defRPr>
            </a:lvl7pPr>
            <a:lvl8pPr>
              <a:defRPr sz="2175" b="0">
                <a:solidFill>
                  <a:srgbClr val="F4EDE0"/>
                </a:solidFill>
                <a:latin typeface="Arial"/>
                <a:ea typeface="Arial"/>
                <a:cs typeface="Arial"/>
              </a:defRPr>
            </a:lvl8pPr>
            <a:lvl9pPr>
              <a:defRPr sz="2175" b="0">
                <a:solidFill>
                  <a:srgbClr val="F4EDE0"/>
                </a:solidFill>
                <a:latin typeface="Arial"/>
                <a:ea typeface="Arial"/>
                <a:cs typeface="Arial"/>
              </a:defRPr>
            </a:lvl9pPr>
          </a:lstStyle>
          <a:p xmlns:a="http://schemas.openxmlformats.org/drawingml/2006/main">
            <a:pPr>
              <a:defRPr sz="2175" b="0">
                <a:solidFill>
                  <a:srgbClr val="F4EDE0"/>
                </a:solidFill>
                <a:latin typeface="Arial"/>
                <a:ea typeface="Arial"/>
                <a:cs typeface="Arial"/>
              </a:defRPr>
            </a:pPr>
            <a:r>
              <a:rPr sz="2175" b="0">
                <a:solidFill>
                  <a:srgbClr val="F4EDE0"/>
                </a:solidFill>
                <a:latin typeface="Arial"/>
                <a:ea typeface="Arial"/>
                <a:cs typeface="Arial"/>
              </a:rPr>
              <a:t>Gemini when online.</a:t>
            </a:r>
          </a:p>
          <a:p xmlns:a="http://schemas.openxmlformats.org/drawingml/2006/main">
            <a:pPr>
              <a:defRPr sz="2175" b="0">
                <a:solidFill>
                  <a:srgbClr val="F4EDE0"/>
                </a:solidFill>
                <a:latin typeface="Arial"/>
                <a:ea typeface="Arial"/>
                <a:cs typeface="Arial"/>
              </a:defRPr>
            </a:pPr>
            <a:r>
              <a:rPr sz="2175" b="0">
                <a:solidFill>
                  <a:srgbClr val="F4EDE0"/>
                </a:solidFill>
                <a:latin typeface="Arial"/>
                <a:ea typeface="Arial"/>
                <a:cs typeface="Arial"/>
              </a:rPr>
              <a:t>Qwen on the phone when offline.</a:t>
            </a:r>
          </a:p>
        </p:txBody>
      </p:sp>
      <p:sp>
        <p:nvSpPr>
          <p:cNvPr id="8" name="Why this choice">
            <a:extLst xmlns:a="http://schemas.openxmlformats.org/drawingml/2006/main">
              <a:ext uri="{FF2B5EF4-FFF2-40B4-BE49-F238E27FC236}">
                <a16:creationId xmlns:a16="http://schemas.microsoft.com/office/drawing/2014/main" id="{7A99CBAD-F4C8-4DE8-B13D-BADF6571E32A}"/>
              </a:ext>
            </a:extLst>
          </p:cNvPr>
          <p:cNvSpPr>
            <a:spLocks xmlns:a="http://schemas.openxmlformats.org/drawingml/2006/main" noGrp="1"/>
          </p:cNvSpPr>
          <p:nvPr/>
        </p:nvSpPr>
        <p:spPr>
          <a:xfrm xmlns:a="http://schemas.openxmlformats.org/drawingml/2006/main">
            <a:off x="723900" y="399097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FFAEF"/>
                </a:solidFill>
                <a:latin typeface="Arial"/>
                <a:ea typeface="Arial"/>
                <a:cs typeface="Arial"/>
              </a:defRPr>
            </a:defPPr>
            <a:lvl1pPr>
              <a:defRPr sz="2025" b="1">
                <a:solidFill>
                  <a:srgbClr val="FFFAEF"/>
                </a:solidFill>
                <a:latin typeface="Arial"/>
                <a:ea typeface="Arial"/>
                <a:cs typeface="Arial"/>
              </a:defRPr>
            </a:lvl1pPr>
            <a:lvl2pPr>
              <a:defRPr sz="2025" b="1">
                <a:solidFill>
                  <a:srgbClr val="FFFAEF"/>
                </a:solidFill>
                <a:latin typeface="Arial"/>
                <a:ea typeface="Arial"/>
                <a:cs typeface="Arial"/>
              </a:defRPr>
            </a:lvl2pPr>
            <a:lvl3pPr>
              <a:defRPr sz="2025" b="1">
                <a:solidFill>
                  <a:srgbClr val="FFFAEF"/>
                </a:solidFill>
                <a:latin typeface="Arial"/>
                <a:ea typeface="Arial"/>
                <a:cs typeface="Arial"/>
              </a:defRPr>
            </a:lvl3pPr>
            <a:lvl4pPr>
              <a:defRPr sz="2025" b="1">
                <a:solidFill>
                  <a:srgbClr val="FFFAEF"/>
                </a:solidFill>
                <a:latin typeface="Arial"/>
                <a:ea typeface="Arial"/>
                <a:cs typeface="Arial"/>
              </a:defRPr>
            </a:lvl4pPr>
            <a:lvl5pPr>
              <a:defRPr sz="2025" b="1">
                <a:solidFill>
                  <a:srgbClr val="FFFAEF"/>
                </a:solidFill>
                <a:latin typeface="Arial"/>
                <a:ea typeface="Arial"/>
                <a:cs typeface="Arial"/>
              </a:defRPr>
            </a:lvl5pPr>
            <a:lvl6pPr>
              <a:defRPr sz="2025" b="1">
                <a:solidFill>
                  <a:srgbClr val="FFFAEF"/>
                </a:solidFill>
                <a:latin typeface="Arial"/>
                <a:ea typeface="Arial"/>
                <a:cs typeface="Arial"/>
              </a:defRPr>
            </a:lvl6pPr>
            <a:lvl7pPr>
              <a:defRPr sz="2025" b="1">
                <a:solidFill>
                  <a:srgbClr val="FFFAEF"/>
                </a:solidFill>
                <a:latin typeface="Arial"/>
                <a:ea typeface="Arial"/>
                <a:cs typeface="Arial"/>
              </a:defRPr>
            </a:lvl7pPr>
            <a:lvl8pPr>
              <a:defRPr sz="2025" b="1">
                <a:solidFill>
                  <a:srgbClr val="FFFAEF"/>
                </a:solidFill>
                <a:latin typeface="Arial"/>
                <a:ea typeface="Arial"/>
                <a:cs typeface="Arial"/>
              </a:defRPr>
            </a:lvl8pPr>
            <a:lvl9pPr>
              <a:defRPr sz="2025" b="1">
                <a:solidFill>
                  <a:srgbClr val="FFFAEF"/>
                </a:solidFill>
                <a:latin typeface="Arial"/>
                <a:ea typeface="Arial"/>
                <a:cs typeface="Arial"/>
              </a:defRPr>
            </a:lvl9pPr>
          </a:lstStyle>
          <a:p xmlns:a="http://schemas.openxmlformats.org/drawingml/2006/main">
            <a:pPr>
              <a:defRPr sz="2025" b="1">
                <a:solidFill>
                  <a:srgbClr val="FFFAEF"/>
                </a:solidFill>
                <a:latin typeface="Arial"/>
                <a:ea typeface="Arial"/>
                <a:cs typeface="Arial"/>
              </a:defRPr>
            </a:pPr>
            <a:r>
              <a:rPr sz="2025" b="1">
                <a:solidFill>
                  <a:srgbClr val="FFFAEF"/>
                </a:solidFill>
                <a:latin typeface="Arial"/>
                <a:ea typeface="Arial"/>
                <a:cs typeface="Arial"/>
              </a:rPr>
              <a:t>Why this choice</a:t>
            </a:r>
          </a:p>
        </p:txBody>
      </p:sp>
      <p:sp>
        <p:nvSpPr>
          <p:cNvPr id="9" name="Keep routine tasks quick and preserve&#10;useful ">
            <a:extLst xmlns:a="http://schemas.openxmlformats.org/drawingml/2006/main">
              <a:ext uri="{FF2B5EF4-FFF2-40B4-BE49-F238E27FC236}">
                <a16:creationId xmlns:a16="http://schemas.microsoft.com/office/drawing/2014/main" id="{B26EA735-4D81-4952-8938-5BF37B230DF8}"/>
              </a:ext>
            </a:extLst>
          </p:cNvPr>
          <p:cNvSpPr>
            <a:spLocks xmlns:a="http://schemas.openxmlformats.org/drawingml/2006/main" noGrp="1"/>
          </p:cNvSpPr>
          <p:nvPr/>
        </p:nvSpPr>
        <p:spPr>
          <a:xfrm xmlns:a="http://schemas.openxmlformats.org/drawingml/2006/main">
            <a:off x="723900" y="4533900"/>
            <a:ext cx="5238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4EDE0"/>
                </a:solidFill>
                <a:latin typeface="Arial"/>
                <a:ea typeface="Arial"/>
                <a:cs typeface="Arial"/>
              </a:defRPr>
            </a:defPPr>
            <a:lvl1pPr>
              <a:defRPr sz="1950" b="0">
                <a:solidFill>
                  <a:srgbClr val="F4EDE0"/>
                </a:solidFill>
                <a:latin typeface="Arial"/>
                <a:ea typeface="Arial"/>
                <a:cs typeface="Arial"/>
              </a:defRPr>
            </a:lvl1pPr>
            <a:lvl2pPr>
              <a:defRPr sz="1950" b="0">
                <a:solidFill>
                  <a:srgbClr val="F4EDE0"/>
                </a:solidFill>
                <a:latin typeface="Arial"/>
                <a:ea typeface="Arial"/>
                <a:cs typeface="Arial"/>
              </a:defRPr>
            </a:lvl2pPr>
            <a:lvl3pPr>
              <a:defRPr sz="1950" b="0">
                <a:solidFill>
                  <a:srgbClr val="F4EDE0"/>
                </a:solidFill>
                <a:latin typeface="Arial"/>
                <a:ea typeface="Arial"/>
                <a:cs typeface="Arial"/>
              </a:defRPr>
            </a:lvl3pPr>
            <a:lvl4pPr>
              <a:defRPr sz="1950" b="0">
                <a:solidFill>
                  <a:srgbClr val="F4EDE0"/>
                </a:solidFill>
                <a:latin typeface="Arial"/>
                <a:ea typeface="Arial"/>
                <a:cs typeface="Arial"/>
              </a:defRPr>
            </a:lvl4pPr>
            <a:lvl5pPr>
              <a:defRPr sz="1950" b="0">
                <a:solidFill>
                  <a:srgbClr val="F4EDE0"/>
                </a:solidFill>
                <a:latin typeface="Arial"/>
                <a:ea typeface="Arial"/>
                <a:cs typeface="Arial"/>
              </a:defRPr>
            </a:lvl5pPr>
            <a:lvl6pPr>
              <a:defRPr sz="1950" b="0">
                <a:solidFill>
                  <a:srgbClr val="F4EDE0"/>
                </a:solidFill>
                <a:latin typeface="Arial"/>
                <a:ea typeface="Arial"/>
                <a:cs typeface="Arial"/>
              </a:defRPr>
            </a:lvl6pPr>
            <a:lvl7pPr>
              <a:defRPr sz="1950" b="0">
                <a:solidFill>
                  <a:srgbClr val="F4EDE0"/>
                </a:solidFill>
                <a:latin typeface="Arial"/>
                <a:ea typeface="Arial"/>
                <a:cs typeface="Arial"/>
              </a:defRPr>
            </a:lvl7pPr>
            <a:lvl8pPr>
              <a:defRPr sz="1950" b="0">
                <a:solidFill>
                  <a:srgbClr val="F4EDE0"/>
                </a:solidFill>
                <a:latin typeface="Arial"/>
                <a:ea typeface="Arial"/>
                <a:cs typeface="Arial"/>
              </a:defRPr>
            </a:lvl8pPr>
            <a:lvl9pPr>
              <a:defRPr sz="1950" b="0">
                <a:solidFill>
                  <a:srgbClr val="F4EDE0"/>
                </a:solidFill>
                <a:latin typeface="Arial"/>
                <a:ea typeface="Arial"/>
                <a:cs typeface="Arial"/>
              </a:defRPr>
            </a:lvl9pPr>
          </a:lstStyle>
          <a:p xmlns:a="http://schemas.openxmlformats.org/drawingml/2006/main">
            <a:pPr>
              <a:defRPr sz="1950" b="0">
                <a:solidFill>
                  <a:srgbClr val="F4EDE0"/>
                </a:solidFill>
                <a:latin typeface="Arial"/>
                <a:ea typeface="Arial"/>
                <a:cs typeface="Arial"/>
              </a:defRPr>
            </a:pPr>
            <a:r>
              <a:rPr sz="1950" b="0">
                <a:solidFill>
                  <a:srgbClr val="F4EDE0"/>
                </a:solidFill>
                <a:latin typeface="Arial"/>
                <a:ea typeface="Arial"/>
                <a:cs typeface="Arial"/>
              </a:rPr>
              <a:t>Keep routine tasks quick and preserve</a:t>
            </a:r>
          </a:p>
          <a:p xmlns:a="http://schemas.openxmlformats.org/drawingml/2006/main">
            <a:pPr>
              <a:defRPr sz="1950" b="0">
                <a:solidFill>
                  <a:srgbClr val="F4EDE0"/>
                </a:solidFill>
                <a:latin typeface="Arial"/>
                <a:ea typeface="Arial"/>
                <a:cs typeface="Arial"/>
              </a:defRPr>
            </a:pPr>
            <a:r>
              <a:rPr sz="1950" b="0">
                <a:solidFill>
                  <a:srgbClr val="F4EDE0"/>
                </a:solidFill>
                <a:latin typeface="Arial"/>
                <a:ea typeface="Arial"/>
                <a:cs typeface="Arial"/>
              </a:rPr>
              <a:t>useful help when internet drops.</a:t>
            </a:r>
          </a:p>
        </p:txBody>
      </p:sp>
      <p:sp>
        <p:nvSpPr>
          <p:cNvPr id="10" name="Challenge: app navigation lost the chat">
            <a:extLst xmlns:a="http://schemas.openxmlformats.org/drawingml/2006/main">
              <a:ext uri="{FF2B5EF4-FFF2-40B4-BE49-F238E27FC236}">
                <a16:creationId xmlns:a16="http://schemas.microsoft.com/office/drawing/2014/main" id="{023241FB-99B4-435A-8110-C19030D70F7F}"/>
              </a:ext>
            </a:extLst>
          </p:cNvPr>
          <p:cNvSpPr>
            <a:spLocks xmlns:a="http://schemas.openxmlformats.org/drawingml/2006/main" noGrp="1"/>
          </p:cNvSpPr>
          <p:nvPr/>
        </p:nvSpPr>
        <p:spPr>
          <a:xfrm xmlns:a="http://schemas.openxmlformats.org/drawingml/2006/main">
            <a:off x="6724650" y="3990975"/>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FFAEF"/>
                </a:solidFill>
                <a:latin typeface="Arial"/>
                <a:ea typeface="Arial"/>
                <a:cs typeface="Arial"/>
              </a:defRPr>
            </a:defPPr>
            <a:lvl1pPr>
              <a:defRPr sz="2025" b="1">
                <a:solidFill>
                  <a:srgbClr val="FFFAEF"/>
                </a:solidFill>
                <a:latin typeface="Arial"/>
                <a:ea typeface="Arial"/>
                <a:cs typeface="Arial"/>
              </a:defRPr>
            </a:lvl1pPr>
            <a:lvl2pPr>
              <a:defRPr sz="2025" b="1">
                <a:solidFill>
                  <a:srgbClr val="FFFAEF"/>
                </a:solidFill>
                <a:latin typeface="Arial"/>
                <a:ea typeface="Arial"/>
                <a:cs typeface="Arial"/>
              </a:defRPr>
            </a:lvl2pPr>
            <a:lvl3pPr>
              <a:defRPr sz="2025" b="1">
                <a:solidFill>
                  <a:srgbClr val="FFFAEF"/>
                </a:solidFill>
                <a:latin typeface="Arial"/>
                <a:ea typeface="Arial"/>
                <a:cs typeface="Arial"/>
              </a:defRPr>
            </a:lvl3pPr>
            <a:lvl4pPr>
              <a:defRPr sz="2025" b="1">
                <a:solidFill>
                  <a:srgbClr val="FFFAEF"/>
                </a:solidFill>
                <a:latin typeface="Arial"/>
                <a:ea typeface="Arial"/>
                <a:cs typeface="Arial"/>
              </a:defRPr>
            </a:lvl4pPr>
            <a:lvl5pPr>
              <a:defRPr sz="2025" b="1">
                <a:solidFill>
                  <a:srgbClr val="FFFAEF"/>
                </a:solidFill>
                <a:latin typeface="Arial"/>
                <a:ea typeface="Arial"/>
                <a:cs typeface="Arial"/>
              </a:defRPr>
            </a:lvl5pPr>
            <a:lvl6pPr>
              <a:defRPr sz="2025" b="1">
                <a:solidFill>
                  <a:srgbClr val="FFFAEF"/>
                </a:solidFill>
                <a:latin typeface="Arial"/>
                <a:ea typeface="Arial"/>
                <a:cs typeface="Arial"/>
              </a:defRPr>
            </a:lvl6pPr>
            <a:lvl7pPr>
              <a:defRPr sz="2025" b="1">
                <a:solidFill>
                  <a:srgbClr val="FFFAEF"/>
                </a:solidFill>
                <a:latin typeface="Arial"/>
                <a:ea typeface="Arial"/>
                <a:cs typeface="Arial"/>
              </a:defRPr>
            </a:lvl7pPr>
            <a:lvl8pPr>
              <a:defRPr sz="2025" b="1">
                <a:solidFill>
                  <a:srgbClr val="FFFAEF"/>
                </a:solidFill>
                <a:latin typeface="Arial"/>
                <a:ea typeface="Arial"/>
                <a:cs typeface="Arial"/>
              </a:defRPr>
            </a:lvl8pPr>
            <a:lvl9pPr>
              <a:defRPr sz="2025" b="1">
                <a:solidFill>
                  <a:srgbClr val="FFFAEF"/>
                </a:solidFill>
                <a:latin typeface="Arial"/>
                <a:ea typeface="Arial"/>
                <a:cs typeface="Arial"/>
              </a:defRPr>
            </a:lvl9pPr>
          </a:lstStyle>
          <a:p xmlns:a="http://schemas.openxmlformats.org/drawingml/2006/main">
            <a:pPr>
              <a:defRPr sz="2025" b="1">
                <a:solidFill>
                  <a:srgbClr val="FFFAEF"/>
                </a:solidFill>
                <a:latin typeface="Arial"/>
                <a:ea typeface="Arial"/>
                <a:cs typeface="Arial"/>
              </a:defRPr>
            </a:pPr>
            <a:r>
              <a:rPr sz="2025" b="1">
                <a:solidFill>
                  <a:srgbClr val="FFFAEF"/>
                </a:solidFill>
                <a:latin typeface="Arial"/>
                <a:ea typeface="Arial"/>
                <a:cs typeface="Arial"/>
              </a:rPr>
              <a:t>Challenge: app navigation lost the chat</a:t>
            </a:r>
          </a:p>
        </p:txBody>
      </p:sp>
      <p:sp>
        <p:nvSpPr>
          <p:cNvPr id="11" name="One session above the tabs keeps it&#10;until the">
            <a:extLst xmlns:a="http://schemas.openxmlformats.org/drawingml/2006/main">
              <a:ext uri="{FF2B5EF4-FFF2-40B4-BE49-F238E27FC236}">
                <a16:creationId xmlns:a16="http://schemas.microsoft.com/office/drawing/2014/main" id="{937A5693-ACCA-4E76-A913-BFCC3A46BCC4}"/>
              </a:ext>
            </a:extLst>
          </p:cNvPr>
          <p:cNvSpPr>
            <a:spLocks xmlns:a="http://schemas.openxmlformats.org/drawingml/2006/main" noGrp="1"/>
          </p:cNvSpPr>
          <p:nvPr/>
        </p:nvSpPr>
        <p:spPr>
          <a:xfrm xmlns:a="http://schemas.openxmlformats.org/drawingml/2006/main">
            <a:off x="6724650" y="4857750"/>
            <a:ext cx="4762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4EDE0"/>
                </a:solidFill>
                <a:latin typeface="Arial"/>
                <a:ea typeface="Arial"/>
                <a:cs typeface="Arial"/>
              </a:defRPr>
            </a:defPPr>
            <a:lvl1pPr>
              <a:defRPr sz="1950" b="0">
                <a:solidFill>
                  <a:srgbClr val="F4EDE0"/>
                </a:solidFill>
                <a:latin typeface="Arial"/>
                <a:ea typeface="Arial"/>
                <a:cs typeface="Arial"/>
              </a:defRPr>
            </a:lvl1pPr>
            <a:lvl2pPr>
              <a:defRPr sz="1950" b="0">
                <a:solidFill>
                  <a:srgbClr val="F4EDE0"/>
                </a:solidFill>
                <a:latin typeface="Arial"/>
                <a:ea typeface="Arial"/>
                <a:cs typeface="Arial"/>
              </a:defRPr>
            </a:lvl2pPr>
            <a:lvl3pPr>
              <a:defRPr sz="1950" b="0">
                <a:solidFill>
                  <a:srgbClr val="F4EDE0"/>
                </a:solidFill>
                <a:latin typeface="Arial"/>
                <a:ea typeface="Arial"/>
                <a:cs typeface="Arial"/>
              </a:defRPr>
            </a:lvl3pPr>
            <a:lvl4pPr>
              <a:defRPr sz="1950" b="0">
                <a:solidFill>
                  <a:srgbClr val="F4EDE0"/>
                </a:solidFill>
                <a:latin typeface="Arial"/>
                <a:ea typeface="Arial"/>
                <a:cs typeface="Arial"/>
              </a:defRPr>
            </a:lvl4pPr>
            <a:lvl5pPr>
              <a:defRPr sz="1950" b="0">
                <a:solidFill>
                  <a:srgbClr val="F4EDE0"/>
                </a:solidFill>
                <a:latin typeface="Arial"/>
                <a:ea typeface="Arial"/>
                <a:cs typeface="Arial"/>
              </a:defRPr>
            </a:lvl5pPr>
            <a:lvl6pPr>
              <a:defRPr sz="1950" b="0">
                <a:solidFill>
                  <a:srgbClr val="F4EDE0"/>
                </a:solidFill>
                <a:latin typeface="Arial"/>
                <a:ea typeface="Arial"/>
                <a:cs typeface="Arial"/>
              </a:defRPr>
            </a:lvl6pPr>
            <a:lvl7pPr>
              <a:defRPr sz="1950" b="0">
                <a:solidFill>
                  <a:srgbClr val="F4EDE0"/>
                </a:solidFill>
                <a:latin typeface="Arial"/>
                <a:ea typeface="Arial"/>
                <a:cs typeface="Arial"/>
              </a:defRPr>
            </a:lvl7pPr>
            <a:lvl8pPr>
              <a:defRPr sz="1950" b="0">
                <a:solidFill>
                  <a:srgbClr val="F4EDE0"/>
                </a:solidFill>
                <a:latin typeface="Arial"/>
                <a:ea typeface="Arial"/>
                <a:cs typeface="Arial"/>
              </a:defRPr>
            </a:lvl8pPr>
            <a:lvl9pPr>
              <a:defRPr sz="1950" b="0">
                <a:solidFill>
                  <a:srgbClr val="F4EDE0"/>
                </a:solidFill>
                <a:latin typeface="Arial"/>
                <a:ea typeface="Arial"/>
                <a:cs typeface="Arial"/>
              </a:defRPr>
            </a:lvl9pPr>
          </a:lstStyle>
          <a:p xmlns:a="http://schemas.openxmlformats.org/drawingml/2006/main">
            <a:pPr>
              <a:defRPr sz="1950" b="0">
                <a:solidFill>
                  <a:srgbClr val="F4EDE0"/>
                </a:solidFill>
                <a:latin typeface="Arial"/>
                <a:ea typeface="Arial"/>
                <a:cs typeface="Arial"/>
              </a:defRPr>
            </a:pPr>
            <a:r>
              <a:rPr sz="1950" b="0">
                <a:solidFill>
                  <a:srgbClr val="F4EDE0"/>
                </a:solidFill>
                <a:latin typeface="Arial"/>
                <a:ea typeface="Arial"/>
                <a:cs typeface="Arial"/>
              </a:rPr>
              <a:t>One session above the tabs keeps it</a:t>
            </a:r>
          </a:p>
          <a:p xmlns:a="http://schemas.openxmlformats.org/drawingml/2006/main">
            <a:pPr>
              <a:defRPr sz="1950" b="0">
                <a:solidFill>
                  <a:srgbClr val="F4EDE0"/>
                </a:solidFill>
                <a:latin typeface="Arial"/>
                <a:ea typeface="Arial"/>
                <a:cs typeface="Arial"/>
              </a:defRPr>
            </a:pPr>
            <a:r>
              <a:rPr sz="1950" b="0">
                <a:solidFill>
                  <a:srgbClr val="F4EDE0"/>
                </a:solidFill>
                <a:latin typeface="Arial"/>
                <a:ea typeface="Arial"/>
                <a:cs typeface="Arial"/>
              </a:rPr>
              <a:t>until the app closes, without disk history.</a:t>
            </a:r>
          </a:p>
        </p:txBody>
      </p:sp>
    </p:spTree>
    <p:extLst>
      <p:ext uri="{BB962C8B-B14F-4D97-AF65-F5344CB8AC3E}">
        <p14:creationId xmlns:p14="http://schemas.microsoft.com/office/powerpoint/2010/main" val="393510826"/>
      </p:ext>
    </p:extLst>
  </p:cSld>
</p:sld>
</file>

<file path=ppt/slides/slide6.xml><?xml version="1.0" encoding="utf-8"?>
<p:sld xmlns:p="http://schemas.openxmlformats.org/presentationml/2006/main">
  <p:cSld>
    <p:bg>
      <p:bgPr>
        <a:solidFill xmlns:a="http://schemas.openxmlformats.org/drawingml/2006/main">
          <a:srgbClr val="A54028"/>
        </a:solidFill>
      </p:bgPr>
    </p:bg>
    <p:spTree>
      <p:nvGrpSpPr>
        <p:cNvPr id="1" name=""/>
        <p:cNvGrpSpPr/>
        <p:nvPr/>
      </p:nvGrpSpPr>
      <p:grpSpPr>
        <a:xfrm xmlns:a="http://schemas.openxmlformats.org/drawingml/2006/main"/>
      </p:grpSpPr>
      <p:sp>
        <p:nvSpPr>
          <p:cNvPr id="12" name="A campus that is easier to navigate">
            <a:extLst xmlns:a="http://schemas.openxmlformats.org/drawingml/2006/main">
              <a:ext uri="{FF2B5EF4-FFF2-40B4-BE49-F238E27FC236}">
                <a16:creationId xmlns:a16="http://schemas.microsoft.com/office/drawing/2014/main" id="{F9C23AD3-F6F8-4637-B0B2-4D9E82D3CF91}"/>
              </a:ext>
            </a:extLst>
          </p:cNvPr>
          <p:cNvSpPr>
            <a:spLocks xmlns:a="http://schemas.openxmlformats.org/drawingml/2006/main" noGrp="1"/>
          </p:cNvSpPr>
          <p:nvPr/>
        </p:nvSpPr>
        <p:spPr>
          <a:xfrm xmlns:a="http://schemas.openxmlformats.org/drawingml/2006/main">
            <a:off x="723900" y="6286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a:solidFill>
                  <a:srgbClr val="F4EDE0"/>
                </a:solidFill>
                <a:latin typeface="Georgia"/>
                <a:ea typeface="Georgia"/>
                <a:cs typeface="Georgia"/>
              </a:defRPr>
            </a:defPPr>
            <a:lvl1pPr>
              <a:defRPr sz="3600" b="0">
                <a:solidFill>
                  <a:srgbClr val="F4EDE0"/>
                </a:solidFill>
                <a:latin typeface="Georgia"/>
                <a:ea typeface="Georgia"/>
                <a:cs typeface="Georgia"/>
              </a:defRPr>
            </a:lvl1pPr>
            <a:lvl2pPr>
              <a:defRPr sz="3600" b="0">
                <a:solidFill>
                  <a:srgbClr val="F4EDE0"/>
                </a:solidFill>
                <a:latin typeface="Georgia"/>
                <a:ea typeface="Georgia"/>
                <a:cs typeface="Georgia"/>
              </a:defRPr>
            </a:lvl2pPr>
            <a:lvl3pPr>
              <a:defRPr sz="3600" b="0">
                <a:solidFill>
                  <a:srgbClr val="F4EDE0"/>
                </a:solidFill>
                <a:latin typeface="Georgia"/>
                <a:ea typeface="Georgia"/>
                <a:cs typeface="Georgia"/>
              </a:defRPr>
            </a:lvl3pPr>
            <a:lvl4pPr>
              <a:defRPr sz="3600" b="0">
                <a:solidFill>
                  <a:srgbClr val="F4EDE0"/>
                </a:solidFill>
                <a:latin typeface="Georgia"/>
                <a:ea typeface="Georgia"/>
                <a:cs typeface="Georgia"/>
              </a:defRPr>
            </a:lvl4pPr>
            <a:lvl5pPr>
              <a:defRPr sz="3600" b="0">
                <a:solidFill>
                  <a:srgbClr val="F4EDE0"/>
                </a:solidFill>
                <a:latin typeface="Georgia"/>
                <a:ea typeface="Georgia"/>
                <a:cs typeface="Georgia"/>
              </a:defRPr>
            </a:lvl5pPr>
            <a:lvl6pPr>
              <a:defRPr sz="3600" b="0">
                <a:solidFill>
                  <a:srgbClr val="F4EDE0"/>
                </a:solidFill>
                <a:latin typeface="Georgia"/>
                <a:ea typeface="Georgia"/>
                <a:cs typeface="Georgia"/>
              </a:defRPr>
            </a:lvl6pPr>
            <a:lvl7pPr>
              <a:defRPr sz="3600" b="0">
                <a:solidFill>
                  <a:srgbClr val="F4EDE0"/>
                </a:solidFill>
                <a:latin typeface="Georgia"/>
                <a:ea typeface="Georgia"/>
                <a:cs typeface="Georgia"/>
              </a:defRPr>
            </a:lvl7pPr>
            <a:lvl8pPr>
              <a:defRPr sz="3600" b="0">
                <a:solidFill>
                  <a:srgbClr val="F4EDE0"/>
                </a:solidFill>
                <a:latin typeface="Georgia"/>
                <a:ea typeface="Georgia"/>
                <a:cs typeface="Georgia"/>
              </a:defRPr>
            </a:lvl8pPr>
            <a:lvl9pPr>
              <a:defRPr sz="3600" b="0">
                <a:solidFill>
                  <a:srgbClr val="F4EDE0"/>
                </a:solidFill>
                <a:latin typeface="Georgia"/>
                <a:ea typeface="Georgia"/>
                <a:cs typeface="Georgia"/>
              </a:defRPr>
            </a:lvl9pPr>
          </a:lstStyle>
          <a:p xmlns:a="http://schemas.openxmlformats.org/drawingml/2006/main">
            <a:pPr>
              <a:defRPr sz="3600" b="0">
                <a:solidFill>
                  <a:srgbClr val="F4EDE0"/>
                </a:solidFill>
                <a:latin typeface="Georgia"/>
                <a:ea typeface="Georgia"/>
                <a:cs typeface="Georgia"/>
              </a:defRPr>
            </a:pPr>
            <a:r>
              <a:rPr sz="3600" b="0">
                <a:solidFill>
                  <a:srgbClr val="F4EDE0"/>
                </a:solidFill>
                <a:latin typeface="Georgia"/>
                <a:ea typeface="Georgia"/>
                <a:cs typeface="Georgia"/>
              </a:rPr>
              <a:t>A campus that is easier to navigate</a:t>
            </a:r>
          </a:p>
        </p:txBody>
      </p:sp>
      <p:sp>
        <p:nvSpPr>
          <p:cNvPr id="2" name="CrystalX / PrismCampus">
            <a:extLst xmlns:a="http://schemas.openxmlformats.org/drawingml/2006/main">
              <a:ext uri="{FF2B5EF4-FFF2-40B4-BE49-F238E27FC236}">
                <a16:creationId xmlns:a16="http://schemas.microsoft.com/office/drawing/2014/main" id="{3619A110-56F7-4646-8D5C-04B082918C41}"/>
              </a:ext>
            </a:extLst>
          </p:cNvPr>
          <p:cNvSpPr>
            <a:spLocks xmlns:a="http://schemas.openxmlformats.org/drawingml/2006/main" noGrp="1"/>
          </p:cNvSpPr>
          <p:nvPr/>
        </p:nvSpPr>
        <p:spPr>
          <a:xfrm xmlns:a="http://schemas.openxmlformats.org/drawingml/2006/main">
            <a:off x="723900" y="6429375"/>
            <a:ext cx="714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F4EDE0"/>
                </a:solidFill>
                <a:latin typeface="Arial"/>
                <a:ea typeface="Arial"/>
                <a:cs typeface="Arial"/>
              </a:defRPr>
            </a:defPPr>
            <a:lvl1pPr>
              <a:defRPr sz="1200" b="0">
                <a:solidFill>
                  <a:srgbClr val="F4EDE0"/>
                </a:solidFill>
                <a:latin typeface="Arial"/>
                <a:ea typeface="Arial"/>
                <a:cs typeface="Arial"/>
              </a:defRPr>
            </a:lvl1pPr>
            <a:lvl2pPr>
              <a:defRPr sz="1200" b="0">
                <a:solidFill>
                  <a:srgbClr val="F4EDE0"/>
                </a:solidFill>
                <a:latin typeface="Arial"/>
                <a:ea typeface="Arial"/>
                <a:cs typeface="Arial"/>
              </a:defRPr>
            </a:lvl2pPr>
            <a:lvl3pPr>
              <a:defRPr sz="1200" b="0">
                <a:solidFill>
                  <a:srgbClr val="F4EDE0"/>
                </a:solidFill>
                <a:latin typeface="Arial"/>
                <a:ea typeface="Arial"/>
                <a:cs typeface="Arial"/>
              </a:defRPr>
            </a:lvl3pPr>
            <a:lvl4pPr>
              <a:defRPr sz="1200" b="0">
                <a:solidFill>
                  <a:srgbClr val="F4EDE0"/>
                </a:solidFill>
                <a:latin typeface="Arial"/>
                <a:ea typeface="Arial"/>
                <a:cs typeface="Arial"/>
              </a:defRPr>
            </a:lvl4pPr>
            <a:lvl5pPr>
              <a:defRPr sz="1200" b="0">
                <a:solidFill>
                  <a:srgbClr val="F4EDE0"/>
                </a:solidFill>
                <a:latin typeface="Arial"/>
                <a:ea typeface="Arial"/>
                <a:cs typeface="Arial"/>
              </a:defRPr>
            </a:lvl5pPr>
            <a:lvl6pPr>
              <a:defRPr sz="1200" b="0">
                <a:solidFill>
                  <a:srgbClr val="F4EDE0"/>
                </a:solidFill>
                <a:latin typeface="Arial"/>
                <a:ea typeface="Arial"/>
                <a:cs typeface="Arial"/>
              </a:defRPr>
            </a:lvl6pPr>
            <a:lvl7pPr>
              <a:defRPr sz="1200" b="0">
                <a:solidFill>
                  <a:srgbClr val="F4EDE0"/>
                </a:solidFill>
                <a:latin typeface="Arial"/>
                <a:ea typeface="Arial"/>
                <a:cs typeface="Arial"/>
              </a:defRPr>
            </a:lvl7pPr>
            <a:lvl8pPr>
              <a:defRPr sz="1200" b="0">
                <a:solidFill>
                  <a:srgbClr val="F4EDE0"/>
                </a:solidFill>
                <a:latin typeface="Arial"/>
                <a:ea typeface="Arial"/>
                <a:cs typeface="Arial"/>
              </a:defRPr>
            </a:lvl8pPr>
            <a:lvl9pPr>
              <a:defRPr sz="1200" b="0">
                <a:solidFill>
                  <a:srgbClr val="F4EDE0"/>
                </a:solidFill>
                <a:latin typeface="Arial"/>
                <a:ea typeface="Arial"/>
                <a:cs typeface="Arial"/>
              </a:defRPr>
            </a:lvl9pPr>
          </a:lstStyle>
          <a:p xmlns:a="http://schemas.openxmlformats.org/drawingml/2006/main">
            <a:pPr>
              <a:defRPr sz="1200" b="0">
                <a:solidFill>
                  <a:srgbClr val="F4EDE0"/>
                </a:solidFill>
                <a:latin typeface="Arial"/>
                <a:ea typeface="Arial"/>
                <a:cs typeface="Arial"/>
              </a:defRPr>
            </a:pPr>
            <a:r>
              <a:rPr sz="1200" b="0">
                <a:solidFill>
                  <a:srgbClr val="F4EDE0"/>
                </a:solidFill>
                <a:latin typeface="Arial"/>
                <a:ea typeface="Arial"/>
                <a:cs typeface="Arial"/>
              </a:rPr>
              <a:t>CrystalX / PrismCampus</a:t>
            </a:r>
          </a:p>
        </p:txBody>
      </p:sp>
      <p:sp>
        <p:nvSpPr>
          <p:cNvPr id="3" name="06">
            <a:extLst xmlns:a="http://schemas.openxmlformats.org/drawingml/2006/main">
              <a:ext uri="{FF2B5EF4-FFF2-40B4-BE49-F238E27FC236}">
                <a16:creationId xmlns:a16="http://schemas.microsoft.com/office/drawing/2014/main" id="{1F5F8324-6DFE-4837-9FB1-F26C23AF906F}"/>
              </a:ext>
            </a:extLst>
          </p:cNvPr>
          <p:cNvSpPr>
            <a:spLocks xmlns:a="http://schemas.openxmlformats.org/drawingml/2006/main" noGrp="1"/>
          </p:cNvSpPr>
          <p:nvPr/>
        </p:nvSpPr>
        <p:spPr>
          <a:xfrm xmlns:a="http://schemas.openxmlformats.org/drawingml/2006/main">
            <a:off x="11001375" y="64103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F4EDE0"/>
                </a:solidFill>
                <a:latin typeface="Arial"/>
                <a:ea typeface="Arial"/>
                <a:cs typeface="Arial"/>
              </a:defRPr>
            </a:defPPr>
            <a:lvl1pPr>
              <a:defRPr sz="1425" b="0">
                <a:solidFill>
                  <a:srgbClr val="F4EDE0"/>
                </a:solidFill>
                <a:latin typeface="Arial"/>
                <a:ea typeface="Arial"/>
                <a:cs typeface="Arial"/>
              </a:defRPr>
            </a:lvl1pPr>
            <a:lvl2pPr>
              <a:defRPr sz="1425" b="0">
                <a:solidFill>
                  <a:srgbClr val="F4EDE0"/>
                </a:solidFill>
                <a:latin typeface="Arial"/>
                <a:ea typeface="Arial"/>
                <a:cs typeface="Arial"/>
              </a:defRPr>
            </a:lvl2pPr>
            <a:lvl3pPr>
              <a:defRPr sz="1425" b="0">
                <a:solidFill>
                  <a:srgbClr val="F4EDE0"/>
                </a:solidFill>
                <a:latin typeface="Arial"/>
                <a:ea typeface="Arial"/>
                <a:cs typeface="Arial"/>
              </a:defRPr>
            </a:lvl3pPr>
            <a:lvl4pPr>
              <a:defRPr sz="1425" b="0">
                <a:solidFill>
                  <a:srgbClr val="F4EDE0"/>
                </a:solidFill>
                <a:latin typeface="Arial"/>
                <a:ea typeface="Arial"/>
                <a:cs typeface="Arial"/>
              </a:defRPr>
            </a:lvl4pPr>
            <a:lvl5pPr>
              <a:defRPr sz="1425" b="0">
                <a:solidFill>
                  <a:srgbClr val="F4EDE0"/>
                </a:solidFill>
                <a:latin typeface="Arial"/>
                <a:ea typeface="Arial"/>
                <a:cs typeface="Arial"/>
              </a:defRPr>
            </a:lvl5pPr>
            <a:lvl6pPr>
              <a:defRPr sz="1425" b="0">
                <a:solidFill>
                  <a:srgbClr val="F4EDE0"/>
                </a:solidFill>
                <a:latin typeface="Arial"/>
                <a:ea typeface="Arial"/>
                <a:cs typeface="Arial"/>
              </a:defRPr>
            </a:lvl6pPr>
            <a:lvl7pPr>
              <a:defRPr sz="1425" b="0">
                <a:solidFill>
                  <a:srgbClr val="F4EDE0"/>
                </a:solidFill>
                <a:latin typeface="Arial"/>
                <a:ea typeface="Arial"/>
                <a:cs typeface="Arial"/>
              </a:defRPr>
            </a:lvl7pPr>
            <a:lvl8pPr>
              <a:defRPr sz="1425" b="0">
                <a:solidFill>
                  <a:srgbClr val="F4EDE0"/>
                </a:solidFill>
                <a:latin typeface="Arial"/>
                <a:ea typeface="Arial"/>
                <a:cs typeface="Arial"/>
              </a:defRPr>
            </a:lvl8pPr>
            <a:lvl9pPr>
              <a:defRPr sz="1425" b="0">
                <a:solidFill>
                  <a:srgbClr val="F4EDE0"/>
                </a:solidFill>
                <a:latin typeface="Arial"/>
                <a:ea typeface="Arial"/>
                <a:cs typeface="Arial"/>
              </a:defRPr>
            </a:lvl9pPr>
          </a:lstStyle>
          <a:p xmlns:a="http://schemas.openxmlformats.org/drawingml/2006/main">
            <a:pPr>
              <a:defRPr sz="1425" b="0">
                <a:solidFill>
                  <a:srgbClr val="F4EDE0"/>
                </a:solidFill>
                <a:latin typeface="Arial"/>
                <a:ea typeface="Arial"/>
                <a:cs typeface="Arial"/>
              </a:defRPr>
            </a:pPr>
            <a:r>
              <a:rPr sz="1425" b="0">
                <a:solidFill>
                  <a:srgbClr val="F4EDE0"/>
                </a:solidFill>
                <a:latin typeface="Arial"/>
                <a:ea typeface="Arial"/>
                <a:cs typeface="Arial"/>
              </a:rPr>
              <a:t>06</a:t>
            </a:r>
          </a:p>
        </p:txBody>
      </p:sp>
      <p:sp>
        <p:nvSpPr>
          <p:cNvPr id="4" name="For students">
            <a:extLst xmlns:a="http://schemas.openxmlformats.org/drawingml/2006/main">
              <a:ext uri="{FF2B5EF4-FFF2-40B4-BE49-F238E27FC236}">
                <a16:creationId xmlns:a16="http://schemas.microsoft.com/office/drawing/2014/main" id="{5A9D3875-F1BC-4933-A53C-2F7B0890EBE8}"/>
              </a:ext>
            </a:extLst>
          </p:cNvPr>
          <p:cNvSpPr>
            <a:spLocks xmlns:a="http://schemas.openxmlformats.org/drawingml/2006/main" noGrp="1"/>
          </p:cNvSpPr>
          <p:nvPr/>
        </p:nvSpPr>
        <p:spPr>
          <a:xfrm xmlns:a="http://schemas.openxmlformats.org/drawingml/2006/main">
            <a:off x="723900" y="180975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FFFAEF"/>
                </a:solidFill>
                <a:latin typeface="Arial"/>
                <a:ea typeface="Arial"/>
                <a:cs typeface="Arial"/>
              </a:defRPr>
            </a:defPPr>
            <a:lvl1pPr>
              <a:defRPr sz="2550" b="1">
                <a:solidFill>
                  <a:srgbClr val="FFFAEF"/>
                </a:solidFill>
                <a:latin typeface="Arial"/>
                <a:ea typeface="Arial"/>
                <a:cs typeface="Arial"/>
              </a:defRPr>
            </a:lvl1pPr>
            <a:lvl2pPr>
              <a:defRPr sz="2550" b="1">
                <a:solidFill>
                  <a:srgbClr val="FFFAEF"/>
                </a:solidFill>
                <a:latin typeface="Arial"/>
                <a:ea typeface="Arial"/>
                <a:cs typeface="Arial"/>
              </a:defRPr>
            </a:lvl2pPr>
            <a:lvl3pPr>
              <a:defRPr sz="2550" b="1">
                <a:solidFill>
                  <a:srgbClr val="FFFAEF"/>
                </a:solidFill>
                <a:latin typeface="Arial"/>
                <a:ea typeface="Arial"/>
                <a:cs typeface="Arial"/>
              </a:defRPr>
            </a:lvl3pPr>
            <a:lvl4pPr>
              <a:defRPr sz="2550" b="1">
                <a:solidFill>
                  <a:srgbClr val="FFFAEF"/>
                </a:solidFill>
                <a:latin typeface="Arial"/>
                <a:ea typeface="Arial"/>
                <a:cs typeface="Arial"/>
              </a:defRPr>
            </a:lvl4pPr>
            <a:lvl5pPr>
              <a:defRPr sz="2550" b="1">
                <a:solidFill>
                  <a:srgbClr val="FFFAEF"/>
                </a:solidFill>
                <a:latin typeface="Arial"/>
                <a:ea typeface="Arial"/>
                <a:cs typeface="Arial"/>
              </a:defRPr>
            </a:lvl5pPr>
            <a:lvl6pPr>
              <a:defRPr sz="2550" b="1">
                <a:solidFill>
                  <a:srgbClr val="FFFAEF"/>
                </a:solidFill>
                <a:latin typeface="Arial"/>
                <a:ea typeface="Arial"/>
                <a:cs typeface="Arial"/>
              </a:defRPr>
            </a:lvl6pPr>
            <a:lvl7pPr>
              <a:defRPr sz="2550" b="1">
                <a:solidFill>
                  <a:srgbClr val="FFFAEF"/>
                </a:solidFill>
                <a:latin typeface="Arial"/>
                <a:ea typeface="Arial"/>
                <a:cs typeface="Arial"/>
              </a:defRPr>
            </a:lvl7pPr>
            <a:lvl8pPr>
              <a:defRPr sz="2550" b="1">
                <a:solidFill>
                  <a:srgbClr val="FFFAEF"/>
                </a:solidFill>
                <a:latin typeface="Arial"/>
                <a:ea typeface="Arial"/>
                <a:cs typeface="Arial"/>
              </a:defRPr>
            </a:lvl8pPr>
            <a:lvl9pPr>
              <a:defRPr sz="2550" b="1">
                <a:solidFill>
                  <a:srgbClr val="FFFAEF"/>
                </a:solidFill>
                <a:latin typeface="Arial"/>
                <a:ea typeface="Arial"/>
                <a:cs typeface="Arial"/>
              </a:defRPr>
            </a:lvl9pPr>
          </a:lstStyle>
          <a:p xmlns:a="http://schemas.openxmlformats.org/drawingml/2006/main">
            <a:pPr>
              <a:defRPr sz="2550" b="1">
                <a:solidFill>
                  <a:srgbClr val="FFFAEF"/>
                </a:solidFill>
                <a:latin typeface="Arial"/>
                <a:ea typeface="Arial"/>
                <a:cs typeface="Arial"/>
              </a:defRPr>
            </a:pPr>
            <a:r>
              <a:rPr sz="2550" b="1">
                <a:solidFill>
                  <a:srgbClr val="FFFAEF"/>
                </a:solidFill>
                <a:latin typeface="Arial"/>
                <a:ea typeface="Arial"/>
                <a:cs typeface="Arial"/>
              </a:rPr>
              <a:t>For students</a:t>
            </a:r>
          </a:p>
        </p:txBody>
      </p:sp>
      <p:sp>
        <p:nvSpPr>
          <p:cNvPr id="5" name="Classes and campus information&#10;in one place, ">
            <a:extLst xmlns:a="http://schemas.openxmlformats.org/drawingml/2006/main">
              <a:ext uri="{FF2B5EF4-FFF2-40B4-BE49-F238E27FC236}">
                <a16:creationId xmlns:a16="http://schemas.microsoft.com/office/drawing/2014/main" id="{E85AADC9-D98C-46B9-9527-5F654BB651B3}"/>
              </a:ext>
            </a:extLst>
          </p:cNvPr>
          <p:cNvSpPr>
            <a:spLocks xmlns:a="http://schemas.openxmlformats.org/drawingml/2006/main" noGrp="1"/>
          </p:cNvSpPr>
          <p:nvPr/>
        </p:nvSpPr>
        <p:spPr>
          <a:xfrm xmlns:a="http://schemas.openxmlformats.org/drawingml/2006/main">
            <a:off x="723900" y="2438400"/>
            <a:ext cx="5048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4EDE0"/>
                </a:solidFill>
                <a:latin typeface="Arial"/>
                <a:ea typeface="Arial"/>
                <a:cs typeface="Arial"/>
              </a:defRPr>
            </a:defPPr>
            <a:lvl1pPr>
              <a:defRPr sz="2175" b="0">
                <a:solidFill>
                  <a:srgbClr val="F4EDE0"/>
                </a:solidFill>
                <a:latin typeface="Arial"/>
                <a:ea typeface="Arial"/>
                <a:cs typeface="Arial"/>
              </a:defRPr>
            </a:lvl1pPr>
            <a:lvl2pPr>
              <a:defRPr sz="2175" b="0">
                <a:solidFill>
                  <a:srgbClr val="F4EDE0"/>
                </a:solidFill>
                <a:latin typeface="Arial"/>
                <a:ea typeface="Arial"/>
                <a:cs typeface="Arial"/>
              </a:defRPr>
            </a:lvl2pPr>
            <a:lvl3pPr>
              <a:defRPr sz="2175" b="0">
                <a:solidFill>
                  <a:srgbClr val="F4EDE0"/>
                </a:solidFill>
                <a:latin typeface="Arial"/>
                <a:ea typeface="Arial"/>
                <a:cs typeface="Arial"/>
              </a:defRPr>
            </a:lvl3pPr>
            <a:lvl4pPr>
              <a:defRPr sz="2175" b="0">
                <a:solidFill>
                  <a:srgbClr val="F4EDE0"/>
                </a:solidFill>
                <a:latin typeface="Arial"/>
                <a:ea typeface="Arial"/>
                <a:cs typeface="Arial"/>
              </a:defRPr>
            </a:lvl4pPr>
            <a:lvl5pPr>
              <a:defRPr sz="2175" b="0">
                <a:solidFill>
                  <a:srgbClr val="F4EDE0"/>
                </a:solidFill>
                <a:latin typeface="Arial"/>
                <a:ea typeface="Arial"/>
                <a:cs typeface="Arial"/>
              </a:defRPr>
            </a:lvl5pPr>
            <a:lvl6pPr>
              <a:defRPr sz="2175" b="0">
                <a:solidFill>
                  <a:srgbClr val="F4EDE0"/>
                </a:solidFill>
                <a:latin typeface="Arial"/>
                <a:ea typeface="Arial"/>
                <a:cs typeface="Arial"/>
              </a:defRPr>
            </a:lvl6pPr>
            <a:lvl7pPr>
              <a:defRPr sz="2175" b="0">
                <a:solidFill>
                  <a:srgbClr val="F4EDE0"/>
                </a:solidFill>
                <a:latin typeface="Arial"/>
                <a:ea typeface="Arial"/>
                <a:cs typeface="Arial"/>
              </a:defRPr>
            </a:lvl7pPr>
            <a:lvl8pPr>
              <a:defRPr sz="2175" b="0">
                <a:solidFill>
                  <a:srgbClr val="F4EDE0"/>
                </a:solidFill>
                <a:latin typeface="Arial"/>
                <a:ea typeface="Arial"/>
                <a:cs typeface="Arial"/>
              </a:defRPr>
            </a:lvl8pPr>
            <a:lvl9pPr>
              <a:defRPr sz="2175" b="0">
                <a:solidFill>
                  <a:srgbClr val="F4EDE0"/>
                </a:solidFill>
                <a:latin typeface="Arial"/>
                <a:ea typeface="Arial"/>
                <a:cs typeface="Arial"/>
              </a:defRPr>
            </a:lvl9pPr>
          </a:lstStyle>
          <a:p xmlns:a="http://schemas.openxmlformats.org/drawingml/2006/main">
            <a:pPr>
              <a:defRPr sz="2175" b="0">
                <a:solidFill>
                  <a:srgbClr val="F4EDE0"/>
                </a:solidFill>
                <a:latin typeface="Arial"/>
                <a:ea typeface="Arial"/>
                <a:cs typeface="Arial"/>
              </a:defRPr>
            </a:pPr>
            <a:r>
              <a:rPr sz="2175" b="0">
                <a:solidFill>
                  <a:srgbClr val="F4EDE0"/>
                </a:solidFill>
                <a:latin typeface="Arial"/>
                <a:ea typeface="Arial"/>
                <a:cs typeface="Arial"/>
              </a:rPr>
              <a:t>Classes and campus information</a:t>
            </a:r>
          </a:p>
          <a:p xmlns:a="http://schemas.openxmlformats.org/drawingml/2006/main">
            <a:pPr>
              <a:defRPr sz="2175" b="0">
                <a:solidFill>
                  <a:srgbClr val="F4EDE0"/>
                </a:solidFill>
                <a:latin typeface="Arial"/>
                <a:ea typeface="Arial"/>
                <a:cs typeface="Arial"/>
              </a:defRPr>
            </a:pPr>
            <a:r>
              <a:rPr sz="2175" b="0">
                <a:solidFill>
                  <a:srgbClr val="F4EDE0"/>
                </a:solidFill>
                <a:latin typeface="Arial"/>
                <a:ea typeface="Arial"/>
                <a:cs typeface="Arial"/>
              </a:rPr>
              <a:t>in one place, even with patchy internet</a:t>
            </a:r>
          </a:p>
        </p:txBody>
      </p:sp>
      <p:sp>
        <p:nvSpPr>
          <p:cNvPr id="6" name="For colleges">
            <a:extLst xmlns:a="http://schemas.openxmlformats.org/drawingml/2006/main">
              <a:ext uri="{FF2B5EF4-FFF2-40B4-BE49-F238E27FC236}">
                <a16:creationId xmlns:a16="http://schemas.microsoft.com/office/drawing/2014/main" id="{F4BE275D-7609-4AC4-8156-B9CC2FDFB9F2}"/>
              </a:ext>
            </a:extLst>
          </p:cNvPr>
          <p:cNvSpPr>
            <a:spLocks xmlns:a="http://schemas.openxmlformats.org/drawingml/2006/main" noGrp="1"/>
          </p:cNvSpPr>
          <p:nvPr/>
        </p:nvSpPr>
        <p:spPr>
          <a:xfrm xmlns:a="http://schemas.openxmlformats.org/drawingml/2006/main">
            <a:off x="6724650" y="18097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FFFAEF"/>
                </a:solidFill>
                <a:latin typeface="Arial"/>
                <a:ea typeface="Arial"/>
                <a:cs typeface="Arial"/>
              </a:defRPr>
            </a:defPPr>
            <a:lvl1pPr>
              <a:defRPr sz="2550" b="1">
                <a:solidFill>
                  <a:srgbClr val="FFFAEF"/>
                </a:solidFill>
                <a:latin typeface="Arial"/>
                <a:ea typeface="Arial"/>
                <a:cs typeface="Arial"/>
              </a:defRPr>
            </a:lvl1pPr>
            <a:lvl2pPr>
              <a:defRPr sz="2550" b="1">
                <a:solidFill>
                  <a:srgbClr val="FFFAEF"/>
                </a:solidFill>
                <a:latin typeface="Arial"/>
                <a:ea typeface="Arial"/>
                <a:cs typeface="Arial"/>
              </a:defRPr>
            </a:lvl2pPr>
            <a:lvl3pPr>
              <a:defRPr sz="2550" b="1">
                <a:solidFill>
                  <a:srgbClr val="FFFAEF"/>
                </a:solidFill>
                <a:latin typeface="Arial"/>
                <a:ea typeface="Arial"/>
                <a:cs typeface="Arial"/>
              </a:defRPr>
            </a:lvl3pPr>
            <a:lvl4pPr>
              <a:defRPr sz="2550" b="1">
                <a:solidFill>
                  <a:srgbClr val="FFFAEF"/>
                </a:solidFill>
                <a:latin typeface="Arial"/>
                <a:ea typeface="Arial"/>
                <a:cs typeface="Arial"/>
              </a:defRPr>
            </a:lvl4pPr>
            <a:lvl5pPr>
              <a:defRPr sz="2550" b="1">
                <a:solidFill>
                  <a:srgbClr val="FFFAEF"/>
                </a:solidFill>
                <a:latin typeface="Arial"/>
                <a:ea typeface="Arial"/>
                <a:cs typeface="Arial"/>
              </a:defRPr>
            </a:lvl5pPr>
            <a:lvl6pPr>
              <a:defRPr sz="2550" b="1">
                <a:solidFill>
                  <a:srgbClr val="FFFAEF"/>
                </a:solidFill>
                <a:latin typeface="Arial"/>
                <a:ea typeface="Arial"/>
                <a:cs typeface="Arial"/>
              </a:defRPr>
            </a:lvl6pPr>
            <a:lvl7pPr>
              <a:defRPr sz="2550" b="1">
                <a:solidFill>
                  <a:srgbClr val="FFFAEF"/>
                </a:solidFill>
                <a:latin typeface="Arial"/>
                <a:ea typeface="Arial"/>
                <a:cs typeface="Arial"/>
              </a:defRPr>
            </a:lvl7pPr>
            <a:lvl8pPr>
              <a:defRPr sz="2550" b="1">
                <a:solidFill>
                  <a:srgbClr val="FFFAEF"/>
                </a:solidFill>
                <a:latin typeface="Arial"/>
                <a:ea typeface="Arial"/>
                <a:cs typeface="Arial"/>
              </a:defRPr>
            </a:lvl8pPr>
            <a:lvl9pPr>
              <a:defRPr sz="2550" b="1">
                <a:solidFill>
                  <a:srgbClr val="FFFAEF"/>
                </a:solidFill>
                <a:latin typeface="Arial"/>
                <a:ea typeface="Arial"/>
                <a:cs typeface="Arial"/>
              </a:defRPr>
            </a:lvl9pPr>
          </a:lstStyle>
          <a:p xmlns:a="http://schemas.openxmlformats.org/drawingml/2006/main">
            <a:pPr>
              <a:defRPr sz="2550" b="1">
                <a:solidFill>
                  <a:srgbClr val="FFFAEF"/>
                </a:solidFill>
                <a:latin typeface="Arial"/>
                <a:ea typeface="Arial"/>
                <a:cs typeface="Arial"/>
              </a:defRPr>
            </a:pPr>
            <a:r>
              <a:rPr sz="2550" b="1">
                <a:solidFill>
                  <a:srgbClr val="FFFAEF"/>
                </a:solidFill>
                <a:latin typeface="Arial"/>
                <a:ea typeface="Arial"/>
                <a:cs typeface="Arial"/>
              </a:rPr>
              <a:t>For colleges</a:t>
            </a:r>
          </a:p>
        </p:txBody>
      </p:sp>
      <p:sp>
        <p:nvSpPr>
          <p:cNvPr id="7" name="One reviewed campus package&#10;with a persistent">
            <a:extLst xmlns:a="http://schemas.openxmlformats.org/drawingml/2006/main">
              <a:ext uri="{FF2B5EF4-FFF2-40B4-BE49-F238E27FC236}">
                <a16:creationId xmlns:a16="http://schemas.microsoft.com/office/drawing/2014/main" id="{619664DF-5BB4-49DE-B51D-306F5CD4F33C}"/>
              </a:ext>
            </a:extLst>
          </p:cNvPr>
          <p:cNvSpPr>
            <a:spLocks xmlns:a="http://schemas.openxmlformats.org/drawingml/2006/main" noGrp="1"/>
          </p:cNvSpPr>
          <p:nvPr/>
        </p:nvSpPr>
        <p:spPr>
          <a:xfrm xmlns:a="http://schemas.openxmlformats.org/drawingml/2006/main">
            <a:off x="6724650" y="2438400"/>
            <a:ext cx="4714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4EDE0"/>
                </a:solidFill>
                <a:latin typeface="Arial"/>
                <a:ea typeface="Arial"/>
                <a:cs typeface="Arial"/>
              </a:defRPr>
            </a:defPPr>
            <a:lvl1pPr>
              <a:defRPr sz="2175" b="0">
                <a:solidFill>
                  <a:srgbClr val="F4EDE0"/>
                </a:solidFill>
                <a:latin typeface="Arial"/>
                <a:ea typeface="Arial"/>
                <a:cs typeface="Arial"/>
              </a:defRPr>
            </a:lvl1pPr>
            <a:lvl2pPr>
              <a:defRPr sz="2175" b="0">
                <a:solidFill>
                  <a:srgbClr val="F4EDE0"/>
                </a:solidFill>
                <a:latin typeface="Arial"/>
                <a:ea typeface="Arial"/>
                <a:cs typeface="Arial"/>
              </a:defRPr>
            </a:lvl2pPr>
            <a:lvl3pPr>
              <a:defRPr sz="2175" b="0">
                <a:solidFill>
                  <a:srgbClr val="F4EDE0"/>
                </a:solidFill>
                <a:latin typeface="Arial"/>
                <a:ea typeface="Arial"/>
                <a:cs typeface="Arial"/>
              </a:defRPr>
            </a:lvl3pPr>
            <a:lvl4pPr>
              <a:defRPr sz="2175" b="0">
                <a:solidFill>
                  <a:srgbClr val="F4EDE0"/>
                </a:solidFill>
                <a:latin typeface="Arial"/>
                <a:ea typeface="Arial"/>
                <a:cs typeface="Arial"/>
              </a:defRPr>
            </a:lvl4pPr>
            <a:lvl5pPr>
              <a:defRPr sz="2175" b="0">
                <a:solidFill>
                  <a:srgbClr val="F4EDE0"/>
                </a:solidFill>
                <a:latin typeface="Arial"/>
                <a:ea typeface="Arial"/>
                <a:cs typeface="Arial"/>
              </a:defRPr>
            </a:lvl5pPr>
            <a:lvl6pPr>
              <a:defRPr sz="2175" b="0">
                <a:solidFill>
                  <a:srgbClr val="F4EDE0"/>
                </a:solidFill>
                <a:latin typeface="Arial"/>
                <a:ea typeface="Arial"/>
                <a:cs typeface="Arial"/>
              </a:defRPr>
            </a:lvl6pPr>
            <a:lvl7pPr>
              <a:defRPr sz="2175" b="0">
                <a:solidFill>
                  <a:srgbClr val="F4EDE0"/>
                </a:solidFill>
                <a:latin typeface="Arial"/>
                <a:ea typeface="Arial"/>
                <a:cs typeface="Arial"/>
              </a:defRPr>
            </a:lvl7pPr>
            <a:lvl8pPr>
              <a:defRPr sz="2175" b="0">
                <a:solidFill>
                  <a:srgbClr val="F4EDE0"/>
                </a:solidFill>
                <a:latin typeface="Arial"/>
                <a:ea typeface="Arial"/>
                <a:cs typeface="Arial"/>
              </a:defRPr>
            </a:lvl8pPr>
            <a:lvl9pPr>
              <a:defRPr sz="2175" b="0">
                <a:solidFill>
                  <a:srgbClr val="F4EDE0"/>
                </a:solidFill>
                <a:latin typeface="Arial"/>
                <a:ea typeface="Arial"/>
                <a:cs typeface="Arial"/>
              </a:defRPr>
            </a:lvl9pPr>
          </a:lstStyle>
          <a:p xmlns:a="http://schemas.openxmlformats.org/drawingml/2006/main">
            <a:pPr>
              <a:defRPr sz="2175" b="0">
                <a:solidFill>
                  <a:srgbClr val="F4EDE0"/>
                </a:solidFill>
                <a:latin typeface="Arial"/>
                <a:ea typeface="Arial"/>
                <a:cs typeface="Arial"/>
              </a:defRPr>
            </a:pPr>
            <a:r>
              <a:rPr sz="2175" b="0">
                <a:solidFill>
                  <a:srgbClr val="F4EDE0"/>
                </a:solidFill>
                <a:latin typeface="Arial"/>
                <a:ea typeface="Arial"/>
                <a:cs typeface="Arial"/>
              </a:rPr>
              <a:t>One reviewed campus package</a:t>
            </a:r>
          </a:p>
          <a:p xmlns:a="http://schemas.openxmlformats.org/drawingml/2006/main">
            <a:pPr>
              <a:defRPr sz="2175" b="0">
                <a:solidFill>
                  <a:srgbClr val="F4EDE0"/>
                </a:solidFill>
                <a:latin typeface="Arial"/>
                <a:ea typeface="Arial"/>
                <a:cs typeface="Arial"/>
              </a:defRPr>
            </a:pPr>
            <a:r>
              <a:rPr sz="2175" b="0">
                <a:solidFill>
                  <a:srgbClr val="F4EDE0"/>
                </a:solidFill>
                <a:latin typeface="Arial"/>
                <a:ea typeface="Arial"/>
                <a:cs typeface="Arial"/>
              </a:rPr>
              <a:t>with a persistent campus ID</a:t>
            </a:r>
          </a:p>
        </p:txBody>
      </p:sp>
      <p:sp>
        <p:nvSpPr>
          <p:cNvPr id="8" name="Next">
            <a:extLst xmlns:a="http://schemas.openxmlformats.org/drawingml/2006/main">
              <a:ext uri="{FF2B5EF4-FFF2-40B4-BE49-F238E27FC236}">
                <a16:creationId xmlns:a16="http://schemas.microsoft.com/office/drawing/2014/main" id="{D90F2581-E1AF-4FCE-AA11-DAD40DAF0AEE}"/>
              </a:ext>
            </a:extLst>
          </p:cNvPr>
          <p:cNvSpPr>
            <a:spLocks xmlns:a="http://schemas.openxmlformats.org/drawingml/2006/main" noGrp="1"/>
          </p:cNvSpPr>
          <p:nvPr/>
        </p:nvSpPr>
        <p:spPr>
          <a:xfrm xmlns:a="http://schemas.openxmlformats.org/drawingml/2006/main">
            <a:off x="723900" y="40576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AEF"/>
                </a:solidFill>
                <a:latin typeface="Arial"/>
                <a:ea typeface="Arial"/>
                <a:cs typeface="Arial"/>
              </a:defRPr>
            </a:defPPr>
            <a:lvl1pPr>
              <a:defRPr sz="2175" b="1">
                <a:solidFill>
                  <a:srgbClr val="FFFAEF"/>
                </a:solidFill>
                <a:latin typeface="Arial"/>
                <a:ea typeface="Arial"/>
                <a:cs typeface="Arial"/>
              </a:defRPr>
            </a:lvl1pPr>
            <a:lvl2pPr>
              <a:defRPr sz="2175" b="1">
                <a:solidFill>
                  <a:srgbClr val="FFFAEF"/>
                </a:solidFill>
                <a:latin typeface="Arial"/>
                <a:ea typeface="Arial"/>
                <a:cs typeface="Arial"/>
              </a:defRPr>
            </a:lvl2pPr>
            <a:lvl3pPr>
              <a:defRPr sz="2175" b="1">
                <a:solidFill>
                  <a:srgbClr val="FFFAEF"/>
                </a:solidFill>
                <a:latin typeface="Arial"/>
                <a:ea typeface="Arial"/>
                <a:cs typeface="Arial"/>
              </a:defRPr>
            </a:lvl3pPr>
            <a:lvl4pPr>
              <a:defRPr sz="2175" b="1">
                <a:solidFill>
                  <a:srgbClr val="FFFAEF"/>
                </a:solidFill>
                <a:latin typeface="Arial"/>
                <a:ea typeface="Arial"/>
                <a:cs typeface="Arial"/>
              </a:defRPr>
            </a:lvl4pPr>
            <a:lvl5pPr>
              <a:defRPr sz="2175" b="1">
                <a:solidFill>
                  <a:srgbClr val="FFFAEF"/>
                </a:solidFill>
                <a:latin typeface="Arial"/>
                <a:ea typeface="Arial"/>
                <a:cs typeface="Arial"/>
              </a:defRPr>
            </a:lvl5pPr>
            <a:lvl6pPr>
              <a:defRPr sz="2175" b="1">
                <a:solidFill>
                  <a:srgbClr val="FFFAEF"/>
                </a:solidFill>
                <a:latin typeface="Arial"/>
                <a:ea typeface="Arial"/>
                <a:cs typeface="Arial"/>
              </a:defRPr>
            </a:lvl6pPr>
            <a:lvl7pPr>
              <a:defRPr sz="2175" b="1">
                <a:solidFill>
                  <a:srgbClr val="FFFAEF"/>
                </a:solidFill>
                <a:latin typeface="Arial"/>
                <a:ea typeface="Arial"/>
                <a:cs typeface="Arial"/>
              </a:defRPr>
            </a:lvl7pPr>
            <a:lvl8pPr>
              <a:defRPr sz="2175" b="1">
                <a:solidFill>
                  <a:srgbClr val="FFFAEF"/>
                </a:solidFill>
                <a:latin typeface="Arial"/>
                <a:ea typeface="Arial"/>
                <a:cs typeface="Arial"/>
              </a:defRPr>
            </a:lvl8pPr>
            <a:lvl9pPr>
              <a:defRPr sz="2175" b="1">
                <a:solidFill>
                  <a:srgbClr val="FFFAEF"/>
                </a:solidFill>
                <a:latin typeface="Arial"/>
                <a:ea typeface="Arial"/>
                <a:cs typeface="Arial"/>
              </a:defRPr>
            </a:lvl9pPr>
          </a:lstStyle>
          <a:p xmlns:a="http://schemas.openxmlformats.org/drawingml/2006/main">
            <a:pPr>
              <a:defRPr sz="2175" b="1">
                <a:solidFill>
                  <a:srgbClr val="FFFAEF"/>
                </a:solidFill>
                <a:latin typeface="Arial"/>
                <a:ea typeface="Arial"/>
                <a:cs typeface="Arial"/>
              </a:defRPr>
            </a:pPr>
            <a:r>
              <a:rPr sz="2175" b="1">
                <a:solidFill>
                  <a:srgbClr val="FFFAEF"/>
                </a:solidFill>
                <a:latin typeface="Arial"/>
                <a:ea typeface="Arial"/>
                <a:cs typeface="Arial"/>
              </a:rPr>
              <a:t>Next</a:t>
            </a:r>
          </a:p>
        </p:txBody>
      </p:sp>
      <p:sp>
        <p:nvSpPr>
          <p:cNvPr id="9" name="Deploy the registry on Agent37&#10;Verify rooms, ">
            <a:extLst xmlns:a="http://schemas.openxmlformats.org/drawingml/2006/main">
              <a:ext uri="{FF2B5EF4-FFF2-40B4-BE49-F238E27FC236}">
                <a16:creationId xmlns:a16="http://schemas.microsoft.com/office/drawing/2014/main" id="{0F478046-C428-4F79-8B2C-11CECE2F0615}"/>
              </a:ext>
            </a:extLst>
          </p:cNvPr>
          <p:cNvSpPr>
            <a:spLocks xmlns:a="http://schemas.openxmlformats.org/drawingml/2006/main" noGrp="1"/>
          </p:cNvSpPr>
          <p:nvPr/>
        </p:nvSpPr>
        <p:spPr>
          <a:xfrm xmlns:a="http://schemas.openxmlformats.org/drawingml/2006/main">
            <a:off x="723900" y="4619625"/>
            <a:ext cx="5238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4EDE0"/>
                </a:solidFill>
                <a:latin typeface="Arial"/>
                <a:ea typeface="Arial"/>
                <a:cs typeface="Arial"/>
              </a:defRPr>
            </a:defPPr>
            <a:lvl1pPr>
              <a:defRPr sz="2025" b="0">
                <a:solidFill>
                  <a:srgbClr val="F4EDE0"/>
                </a:solidFill>
                <a:latin typeface="Arial"/>
                <a:ea typeface="Arial"/>
                <a:cs typeface="Arial"/>
              </a:defRPr>
            </a:lvl1pPr>
            <a:lvl2pPr>
              <a:defRPr sz="2025" b="0">
                <a:solidFill>
                  <a:srgbClr val="F4EDE0"/>
                </a:solidFill>
                <a:latin typeface="Arial"/>
                <a:ea typeface="Arial"/>
                <a:cs typeface="Arial"/>
              </a:defRPr>
            </a:lvl2pPr>
            <a:lvl3pPr>
              <a:defRPr sz="2025" b="0">
                <a:solidFill>
                  <a:srgbClr val="F4EDE0"/>
                </a:solidFill>
                <a:latin typeface="Arial"/>
                <a:ea typeface="Arial"/>
                <a:cs typeface="Arial"/>
              </a:defRPr>
            </a:lvl3pPr>
            <a:lvl4pPr>
              <a:defRPr sz="2025" b="0">
                <a:solidFill>
                  <a:srgbClr val="F4EDE0"/>
                </a:solidFill>
                <a:latin typeface="Arial"/>
                <a:ea typeface="Arial"/>
                <a:cs typeface="Arial"/>
              </a:defRPr>
            </a:lvl4pPr>
            <a:lvl5pPr>
              <a:defRPr sz="2025" b="0">
                <a:solidFill>
                  <a:srgbClr val="F4EDE0"/>
                </a:solidFill>
                <a:latin typeface="Arial"/>
                <a:ea typeface="Arial"/>
                <a:cs typeface="Arial"/>
              </a:defRPr>
            </a:lvl5pPr>
            <a:lvl6pPr>
              <a:defRPr sz="2025" b="0">
                <a:solidFill>
                  <a:srgbClr val="F4EDE0"/>
                </a:solidFill>
                <a:latin typeface="Arial"/>
                <a:ea typeface="Arial"/>
                <a:cs typeface="Arial"/>
              </a:defRPr>
            </a:lvl6pPr>
            <a:lvl7pPr>
              <a:defRPr sz="2025" b="0">
                <a:solidFill>
                  <a:srgbClr val="F4EDE0"/>
                </a:solidFill>
                <a:latin typeface="Arial"/>
                <a:ea typeface="Arial"/>
                <a:cs typeface="Arial"/>
              </a:defRPr>
            </a:lvl7pPr>
            <a:lvl8pPr>
              <a:defRPr sz="2025" b="0">
                <a:solidFill>
                  <a:srgbClr val="F4EDE0"/>
                </a:solidFill>
                <a:latin typeface="Arial"/>
                <a:ea typeface="Arial"/>
                <a:cs typeface="Arial"/>
              </a:defRPr>
            </a:lvl8pPr>
            <a:lvl9pPr>
              <a:defRPr sz="2025" b="0">
                <a:solidFill>
                  <a:srgbClr val="F4EDE0"/>
                </a:solidFill>
                <a:latin typeface="Arial"/>
                <a:ea typeface="Arial"/>
                <a:cs typeface="Arial"/>
              </a:defRPr>
            </a:lvl9pPr>
          </a:lstStyle>
          <a:p xmlns:a="http://schemas.openxmlformats.org/drawingml/2006/main">
            <a:pPr>
              <a:defRPr sz="2025" b="0">
                <a:solidFill>
                  <a:srgbClr val="F4EDE0"/>
                </a:solidFill>
                <a:latin typeface="Arial"/>
                <a:ea typeface="Arial"/>
                <a:cs typeface="Arial"/>
              </a:defRPr>
            </a:pPr>
            <a:r>
              <a:rPr sz="2025" b="0">
                <a:solidFill>
                  <a:srgbClr val="F4EDE0"/>
                </a:solidFill>
                <a:latin typeface="Arial"/>
                <a:ea typeface="Arial"/>
                <a:cs typeface="Arial"/>
              </a:rPr>
              <a:t>Deploy the registry on Agent37</a:t>
            </a:r>
          </a:p>
          <a:p xmlns:a="http://schemas.openxmlformats.org/drawingml/2006/main">
            <a:pPr>
              <a:defRPr sz="2025" b="0">
                <a:solidFill>
                  <a:srgbClr val="F4EDE0"/>
                </a:solidFill>
                <a:latin typeface="Arial"/>
                <a:ea typeface="Arial"/>
                <a:cs typeface="Arial"/>
              </a:defRPr>
            </a:pPr>
            <a:r>
              <a:rPr sz="2025" b="0">
                <a:solidFill>
                  <a:srgbClr val="F4EDE0"/>
                </a:solidFill>
                <a:latin typeface="Arial"/>
                <a:ea typeface="Arial"/>
                <a:cs typeface="Arial"/>
              </a:rPr>
              <a:t>Verify rooms, pins and timetable slots</a:t>
            </a:r>
          </a:p>
        </p:txBody>
      </p:sp>
      <p:sp>
        <p:nvSpPr>
          <p:cNvPr id="10" name="Before real use">
            <a:extLst xmlns:a="http://schemas.openxmlformats.org/drawingml/2006/main">
              <a:ext uri="{FF2B5EF4-FFF2-40B4-BE49-F238E27FC236}">
                <a16:creationId xmlns:a16="http://schemas.microsoft.com/office/drawing/2014/main" id="{DB89DE27-5F5D-4F67-B9FF-93A583AF49C6}"/>
              </a:ext>
            </a:extLst>
          </p:cNvPr>
          <p:cNvSpPr>
            <a:spLocks xmlns:a="http://schemas.openxmlformats.org/drawingml/2006/main" noGrp="1"/>
          </p:cNvSpPr>
          <p:nvPr/>
        </p:nvSpPr>
        <p:spPr>
          <a:xfrm xmlns:a="http://schemas.openxmlformats.org/drawingml/2006/main">
            <a:off x="6724650" y="4057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AEF"/>
                </a:solidFill>
                <a:latin typeface="Arial"/>
                <a:ea typeface="Arial"/>
                <a:cs typeface="Arial"/>
              </a:defRPr>
            </a:defPPr>
            <a:lvl1pPr>
              <a:defRPr sz="2175" b="1">
                <a:solidFill>
                  <a:srgbClr val="FFFAEF"/>
                </a:solidFill>
                <a:latin typeface="Arial"/>
                <a:ea typeface="Arial"/>
                <a:cs typeface="Arial"/>
              </a:defRPr>
            </a:lvl1pPr>
            <a:lvl2pPr>
              <a:defRPr sz="2175" b="1">
                <a:solidFill>
                  <a:srgbClr val="FFFAEF"/>
                </a:solidFill>
                <a:latin typeface="Arial"/>
                <a:ea typeface="Arial"/>
                <a:cs typeface="Arial"/>
              </a:defRPr>
            </a:lvl2pPr>
            <a:lvl3pPr>
              <a:defRPr sz="2175" b="1">
                <a:solidFill>
                  <a:srgbClr val="FFFAEF"/>
                </a:solidFill>
                <a:latin typeface="Arial"/>
                <a:ea typeface="Arial"/>
                <a:cs typeface="Arial"/>
              </a:defRPr>
            </a:lvl3pPr>
            <a:lvl4pPr>
              <a:defRPr sz="2175" b="1">
                <a:solidFill>
                  <a:srgbClr val="FFFAEF"/>
                </a:solidFill>
                <a:latin typeface="Arial"/>
                <a:ea typeface="Arial"/>
                <a:cs typeface="Arial"/>
              </a:defRPr>
            </a:lvl4pPr>
            <a:lvl5pPr>
              <a:defRPr sz="2175" b="1">
                <a:solidFill>
                  <a:srgbClr val="FFFAEF"/>
                </a:solidFill>
                <a:latin typeface="Arial"/>
                <a:ea typeface="Arial"/>
                <a:cs typeface="Arial"/>
              </a:defRPr>
            </a:lvl5pPr>
            <a:lvl6pPr>
              <a:defRPr sz="2175" b="1">
                <a:solidFill>
                  <a:srgbClr val="FFFAEF"/>
                </a:solidFill>
                <a:latin typeface="Arial"/>
                <a:ea typeface="Arial"/>
                <a:cs typeface="Arial"/>
              </a:defRPr>
            </a:lvl6pPr>
            <a:lvl7pPr>
              <a:defRPr sz="2175" b="1">
                <a:solidFill>
                  <a:srgbClr val="FFFAEF"/>
                </a:solidFill>
                <a:latin typeface="Arial"/>
                <a:ea typeface="Arial"/>
                <a:cs typeface="Arial"/>
              </a:defRPr>
            </a:lvl7pPr>
            <a:lvl8pPr>
              <a:defRPr sz="2175" b="1">
                <a:solidFill>
                  <a:srgbClr val="FFFAEF"/>
                </a:solidFill>
                <a:latin typeface="Arial"/>
                <a:ea typeface="Arial"/>
                <a:cs typeface="Arial"/>
              </a:defRPr>
            </a:lvl8pPr>
            <a:lvl9pPr>
              <a:defRPr sz="2175" b="1">
                <a:solidFill>
                  <a:srgbClr val="FFFAEF"/>
                </a:solidFill>
                <a:latin typeface="Arial"/>
                <a:ea typeface="Arial"/>
                <a:cs typeface="Arial"/>
              </a:defRPr>
            </a:lvl9pPr>
          </a:lstStyle>
          <a:p xmlns:a="http://schemas.openxmlformats.org/drawingml/2006/main">
            <a:pPr>
              <a:defRPr sz="2175" b="1">
                <a:solidFill>
                  <a:srgbClr val="FFFAEF"/>
                </a:solidFill>
                <a:latin typeface="Arial"/>
                <a:ea typeface="Arial"/>
                <a:cs typeface="Arial"/>
              </a:defRPr>
            </a:pPr>
            <a:r>
              <a:rPr sz="2175" b="1">
                <a:solidFill>
                  <a:srgbClr val="FFFAEF"/>
                </a:solidFill>
                <a:latin typeface="Arial"/>
                <a:ea typeface="Arial"/>
                <a:cs typeface="Arial"/>
              </a:rPr>
              <a:t>Before real use</a:t>
            </a:r>
          </a:p>
        </p:txBody>
      </p:sp>
      <p:sp>
        <p:nvSpPr>
          <p:cNvPr id="11" name="A college data owner and update process&#10;Devic">
            <a:extLst xmlns:a="http://schemas.openxmlformats.org/drawingml/2006/main">
              <a:ext uri="{FF2B5EF4-FFF2-40B4-BE49-F238E27FC236}">
                <a16:creationId xmlns:a16="http://schemas.microsoft.com/office/drawing/2014/main" id="{DCEA768C-FD89-4B11-8EE3-D95716A48DDA}"/>
              </a:ext>
            </a:extLst>
          </p:cNvPr>
          <p:cNvSpPr>
            <a:spLocks xmlns:a="http://schemas.openxmlformats.org/drawingml/2006/main" noGrp="1"/>
          </p:cNvSpPr>
          <p:nvPr/>
        </p:nvSpPr>
        <p:spPr>
          <a:xfrm xmlns:a="http://schemas.openxmlformats.org/drawingml/2006/main">
            <a:off x="6724650" y="4619625"/>
            <a:ext cx="476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4EDE0"/>
                </a:solidFill>
                <a:latin typeface="Arial"/>
                <a:ea typeface="Arial"/>
                <a:cs typeface="Arial"/>
              </a:defRPr>
            </a:defPPr>
            <a:lvl1pPr>
              <a:defRPr sz="2025" b="0">
                <a:solidFill>
                  <a:srgbClr val="F4EDE0"/>
                </a:solidFill>
                <a:latin typeface="Arial"/>
                <a:ea typeface="Arial"/>
                <a:cs typeface="Arial"/>
              </a:defRPr>
            </a:lvl1pPr>
            <a:lvl2pPr>
              <a:defRPr sz="2025" b="0">
                <a:solidFill>
                  <a:srgbClr val="F4EDE0"/>
                </a:solidFill>
                <a:latin typeface="Arial"/>
                <a:ea typeface="Arial"/>
                <a:cs typeface="Arial"/>
              </a:defRPr>
            </a:lvl2pPr>
            <a:lvl3pPr>
              <a:defRPr sz="2025" b="0">
                <a:solidFill>
                  <a:srgbClr val="F4EDE0"/>
                </a:solidFill>
                <a:latin typeface="Arial"/>
                <a:ea typeface="Arial"/>
                <a:cs typeface="Arial"/>
              </a:defRPr>
            </a:lvl3pPr>
            <a:lvl4pPr>
              <a:defRPr sz="2025" b="0">
                <a:solidFill>
                  <a:srgbClr val="F4EDE0"/>
                </a:solidFill>
                <a:latin typeface="Arial"/>
                <a:ea typeface="Arial"/>
                <a:cs typeface="Arial"/>
              </a:defRPr>
            </a:lvl4pPr>
            <a:lvl5pPr>
              <a:defRPr sz="2025" b="0">
                <a:solidFill>
                  <a:srgbClr val="F4EDE0"/>
                </a:solidFill>
                <a:latin typeface="Arial"/>
                <a:ea typeface="Arial"/>
                <a:cs typeface="Arial"/>
              </a:defRPr>
            </a:lvl5pPr>
            <a:lvl6pPr>
              <a:defRPr sz="2025" b="0">
                <a:solidFill>
                  <a:srgbClr val="F4EDE0"/>
                </a:solidFill>
                <a:latin typeface="Arial"/>
                <a:ea typeface="Arial"/>
                <a:cs typeface="Arial"/>
              </a:defRPr>
            </a:lvl6pPr>
            <a:lvl7pPr>
              <a:defRPr sz="2025" b="0">
                <a:solidFill>
                  <a:srgbClr val="F4EDE0"/>
                </a:solidFill>
                <a:latin typeface="Arial"/>
                <a:ea typeface="Arial"/>
                <a:cs typeface="Arial"/>
              </a:defRPr>
            </a:lvl7pPr>
            <a:lvl8pPr>
              <a:defRPr sz="2025" b="0">
                <a:solidFill>
                  <a:srgbClr val="F4EDE0"/>
                </a:solidFill>
                <a:latin typeface="Arial"/>
                <a:ea typeface="Arial"/>
                <a:cs typeface="Arial"/>
              </a:defRPr>
            </a:lvl8pPr>
            <a:lvl9pPr>
              <a:defRPr sz="2025" b="0">
                <a:solidFill>
                  <a:srgbClr val="F4EDE0"/>
                </a:solidFill>
                <a:latin typeface="Arial"/>
                <a:ea typeface="Arial"/>
                <a:cs typeface="Arial"/>
              </a:defRPr>
            </a:lvl9pPr>
          </a:lstStyle>
          <a:p xmlns:a="http://schemas.openxmlformats.org/drawingml/2006/main">
            <a:pPr>
              <a:defRPr sz="2025" b="0">
                <a:solidFill>
                  <a:srgbClr val="F4EDE0"/>
                </a:solidFill>
                <a:latin typeface="Arial"/>
                <a:ea typeface="Arial"/>
                <a:cs typeface="Arial"/>
              </a:defRPr>
            </a:pPr>
            <a:r>
              <a:rPr sz="2025" b="0">
                <a:solidFill>
                  <a:srgbClr val="F4EDE0"/>
                </a:solidFill>
                <a:latin typeface="Arial"/>
                <a:ea typeface="Arial"/>
                <a:cs typeface="Arial"/>
              </a:rPr>
              <a:t>A college data owner and update process</a:t>
            </a:r>
          </a:p>
          <a:p xmlns:a="http://schemas.openxmlformats.org/drawingml/2006/main">
            <a:pPr>
              <a:defRPr sz="2025" b="0">
                <a:solidFill>
                  <a:srgbClr val="F4EDE0"/>
                </a:solidFill>
                <a:latin typeface="Arial"/>
                <a:ea typeface="Arial"/>
                <a:cs typeface="Arial"/>
              </a:defRPr>
            </a:pPr>
            <a:r>
              <a:rPr sz="2025" b="0">
                <a:solidFill>
                  <a:srgbClr val="F4EDE0"/>
                </a:solidFill>
                <a:latin typeface="Arial"/>
                <a:ea typeface="Arial"/>
                <a:cs typeface="Arial"/>
              </a:rPr>
              <a:t>Device + local Wi-Fi tests and a student pilot</a:t>
            </a:r>
          </a:p>
        </p:txBody>
      </p:sp>
    </p:spTree>
    <p:extLst>
      <p:ext uri="{BB962C8B-B14F-4D97-AF65-F5344CB8AC3E}">
        <p14:creationId xmlns:p14="http://schemas.microsoft.com/office/powerpoint/2010/main" val="7185992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2026-10-25T00:06:10.6310000Z</dcterms:created>
  <dcterms:modified xsi:type="dcterms:W3CDTF">2026-10-25T00:06:10.6310000Z</dcterms:modified>
</coreProperties>
</file>