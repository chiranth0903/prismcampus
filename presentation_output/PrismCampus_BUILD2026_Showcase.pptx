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711d3aa90b40a8" /><Relationship Type="http://schemas.openxmlformats.org/officeDocument/2006/relationships/extended-properties" Target="/docProps/app.xml" Id="Rdfd6517dcb194496" /><Relationship Type="http://schemas.openxmlformats.org/officeDocument/2006/relationships/officeDocument" Target="/ppt/presentation.xml" Id="R928f3d3783e84c21" /></Relationships>
</file>

<file path=ppt/presentation.xml><?xml version="1.0" encoding="utf-8"?>
<p:presentation xmlns:p="http://schemas.openxmlformats.org/presentationml/2006/main">
  <p:sldMasterIdLst>
    <p:sldMasterId xmlns:r="http://schemas.openxmlformats.org/officeDocument/2006/relationships" id="2147483648" r:id="Re27b725063e647a5"/>
  </p:sldMasterIdLst>
  <p:notesMasterIdLst>
    <p:notesMasterId xmlns:r="http://schemas.openxmlformats.org/officeDocument/2006/relationships" r:id="R757f88ecc5214389"/>
  </p:notesMasterIdLst>
  <p:sldIdLst>
    <p:sldId xmlns:r="http://schemas.openxmlformats.org/officeDocument/2006/relationships" id="256" r:id="Ra7a9adc40e5a45b3"/>
    <p:sldId xmlns:r="http://schemas.openxmlformats.org/officeDocument/2006/relationships" id="257" r:id="R7ba24db1a2f54711"/>
    <p:sldId xmlns:r="http://schemas.openxmlformats.org/officeDocument/2006/relationships" id="258" r:id="R13863e9f86644b77"/>
    <p:sldId xmlns:r="http://schemas.openxmlformats.org/officeDocument/2006/relationships" id="259" r:id="R14249f54765a4519"/>
    <p:sldId xmlns:r="http://schemas.openxmlformats.org/officeDocument/2006/relationships" id="260" r:id="R2d4d10897b42466a"/>
    <p:sldId xmlns:r="http://schemas.openxmlformats.org/officeDocument/2006/relationships" id="261" r:id="R980612cd80074f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647f3a79994c5b" /><Relationship Type="http://schemas.openxmlformats.org/officeDocument/2006/relationships/slideMaster" Target="/ppt/slideMasters/slideMaster1.xml" Id="Re27b725063e647a5" /><Relationship Type="http://schemas.openxmlformats.org/officeDocument/2006/relationships/notesMaster" Target="/ppt/notesMasters/notesMaster1.xml" Id="R757f88ecc5214389" /><Relationship Type="http://schemas.openxmlformats.org/officeDocument/2006/relationships/presProps" Target="/ppt/presProps.xml" Id="R87e0885348e54dde" /><Relationship Type="http://schemas.openxmlformats.org/officeDocument/2006/relationships/tableStyles" Target="/ppt/tableStyles.xml" Id="R6d35d5e0aac342cd" /><Relationship Type="http://schemas.openxmlformats.org/officeDocument/2006/relationships/slide" Target="/ppt/slides/slide1.xml" Id="Ra7a9adc40e5a45b3" /><Relationship Type="http://schemas.openxmlformats.org/officeDocument/2006/relationships/slide" Target="/ppt/slides/slide2.xml" Id="R7ba24db1a2f54711" /><Relationship Type="http://schemas.openxmlformats.org/officeDocument/2006/relationships/slide" Target="/ppt/slides/slide3.xml" Id="R13863e9f86644b77" /><Relationship Type="http://schemas.openxmlformats.org/officeDocument/2006/relationships/slide" Target="/ppt/slides/slide4.xml" Id="R14249f54765a4519" /><Relationship Type="http://schemas.openxmlformats.org/officeDocument/2006/relationships/slide" Target="/ppt/slides/slide5.xml" Id="R2d4d10897b42466a" /><Relationship Type="http://schemas.openxmlformats.org/officeDocument/2006/relationships/slide" Target="/ppt/slides/slide6.xml" Id="R980612cd80074f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ef9bebe58244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1d4fc97e2d463e" /><Relationship Type="http://schemas.openxmlformats.org/officeDocument/2006/relationships/notesMaster" Target="/ppt/notesMasters/notesMaster1.xml" Id="R52595c702e264e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9e37f21fa44d24" /><Relationship Type="http://schemas.openxmlformats.org/officeDocument/2006/relationships/notesMaster" Target="/ppt/notesMasters/notesMaster1.xml" Id="R8c69a2f9b8044e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b693d6c4964074" /><Relationship Type="http://schemas.openxmlformats.org/officeDocument/2006/relationships/notesMaster" Target="/ppt/notesMasters/notesMaster1.xml" Id="R788cddc9af9442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d72a0d7d094ea6" /><Relationship Type="http://schemas.openxmlformats.org/officeDocument/2006/relationships/notesMaster" Target="/ppt/notesMasters/notesMaster1.xml" Id="R7da7c09a97944e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e42a19b2b14eea" /><Relationship Type="http://schemas.openxmlformats.org/officeDocument/2006/relationships/notesMaster" Target="/ppt/notesMasters/notesMaster1.xml" Id="Rfad7a968e7de47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766a29d9b74856" /><Relationship Type="http://schemas.openxmlformats.org/officeDocument/2006/relationships/notesMaster" Target="/ppt/notesMasters/notesMaster1.xml" Id="R787fd936939b48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seconds. Introduce yourself and the student experience. Team identity follows existing project presentation notes: CrystalX, Chiranth B K, solo builder. Decorative artwork reused from the project’s AI-generated asset. It is not an app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seconds. Specific problem: a new student must combine a timetable image, room updates and directions from different places. Current tools help separately but do not reliably preserve actionable campus context offline. The consequence can be a missed class or a wrong room. This is a motivating scenario, not a validated survey finding. No adoption or time-saving statistic is claimed. Next validation: interviews and a first-year student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Read the flow left to right. A student asks, speaks or imports a timetable. The system retrieves saved campus context and routes general questions to Gemini online or local Qwen offline. Output is a useful answer or map destination. Backend packages allow campuses to publish and update their data. BUILD attribution follows existing project notes: existing Android prototype and voice/AI foundations, then reviewed onboarding, package validation and IDs, session chat, UI improvements and IITG backup. Confirm exact event-date attribution before submission. AI-assisted implementation should be disclosed when required by BUILD. Sources: app/src/main/java/com/prismcampus/app/ai/AIOrchestrator.kt, LocalQwenProvider.kt, MainActivity.kt, README.md and existing presentation_build/build_tech_deck.mjs.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seconds. Switch to the actual app and show the full flow. Choose a weekday with classes. Enter the published campus ID IITG_77356889E768, open the schedule, ask for the next class and show the map destination. Then disable internet and ask a general question such as Explain Ohm’s law. Arithmetic and saved campus commands do not prove local model inference. Confirm the local model is installed and loaded before the talk. Recorded evidence comes from artifacts/live-workflow-results.json, not a fresh test run for this deck. Its 15 checks cover admin sign-in, website draft, JSON preview, save/publish, campus isolation, announcement propagation, room override/revocation, supporter deduplication and persisted report resolution. Counts describe demo records, not adoption or validated timetable accuracy. Agent37 deployment exists in artifacts/agent37-deployment.json. IITG theory slots and map pins are provisional. Unknown room locations cannot route. Hardware edge sync and live Nodus extraction are not demonstrated. Cloud inference needs connectivity and credentials. Do not present a server test as Android inference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Thoughtful feature: deterministic campus actions and model inference use different paths. Known schedule and room commands avoid unnecessary generation, while general questions retain online and offline options. This is a product distinction, not a claim that no competitor has these capabilities. Technical decision: use a small Qwen model through llama.cpp on Android and monitor process memory against a 1024 MiB target budget. This is not an OS-enforced ceiling or a measured peak. Challenge: tab navigation cleared chat. A shared ChatSession above navigation retains the conversation during the active app session. It does not promise permanent chat history. Sources: AIOrchestrator.kt, LocalQwenProvider.kt, AppMemoryBudget.kt, MainActivity.kt and existing project implementation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Potential users include first-year students, campus visitors and college administrators. Intended value is easier access to campus information, not a measured reduction in time. The website-assisted review/publish workflow and campus registry give a starting point. Next: replace provisional IITG data with authorised schedules and verified room pins, test on lower-memory Android devices, improve issue grouping and make updates dependable. Real-world readiness also needs access control review, privacy and retention choices, monitoring and a data owner responsible for corrections. Run a pilot before claiming impact. Sources: server/ONBOARDING.md, server/IITG_DEMO.md, artifacts/live-workflow-results.json. Total talk: approximately 3 minutes including 75 seconds in the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eb347e98e64b2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e1814a21b74e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fad46dc1eb47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39ca76e3dc245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27e4fd17234c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5acbb02a654b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52490F-F7FA-4515-810C-5463B468D0F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8E34ECD-FF9E-4A59-8765-00DD53FDA9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9F6AF80-2793-47C8-A9A3-9C01CBBE4F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32E7A2-984B-4E8E-BFB2-C013BC5D2D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29AA58-4C1D-4529-B398-9A8F4383F25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7432F0A-31B9-4C26-92DB-0AD68E01C1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3C0AB9-ED2A-40EA-911E-EF63EEC50C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7DDE31-DD99-4530-87FD-DB7DB3F333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909454-D463-45CB-A5A4-964796AA2D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B6158C-A397-4F1C-BBA9-3A99233D35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5eca0c9ac5470f" /><Relationship Type="http://schemas.openxmlformats.org/officeDocument/2006/relationships/slideLayout" Target="/ppt/slideLayouts/slideLayout1.xml" Id="R5f08cfc569d147b5" /><Relationship Type="http://schemas.openxmlformats.org/officeDocument/2006/relationships/slideLayout" Target="/ppt/slideLayouts/slideLayout2.xml" Id="R022ec69c251841ea" /><Relationship Type="http://schemas.openxmlformats.org/officeDocument/2006/relationships/slideLayout" Target="/ppt/slideLayouts/slideLayout3.xml" Id="R1740db6e667a43da" /><Relationship Type="http://schemas.openxmlformats.org/officeDocument/2006/relationships/slideLayout" Target="/ppt/slideLayouts/slideLayout4.xml" Id="R37610c483cd24e15" /><Relationship Type="http://schemas.openxmlformats.org/officeDocument/2006/relationships/slideLayout" Target="/ppt/slideLayouts/slideLayout5.xml" Id="Rc62c07be3c5e4c9d" /><Relationship Type="http://schemas.openxmlformats.org/officeDocument/2006/relationships/slideLayout" Target="/ppt/slideLayouts/slideLayout6.xml" Id="Rf290591dd8cd4b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08cfc569d147b5"/>
    <p:sldLayoutId xmlns:r="http://schemas.openxmlformats.org/officeDocument/2006/relationships" id="2147483650" r:id="R022ec69c251841ea"/>
    <p:sldLayoutId xmlns:r="http://schemas.openxmlformats.org/officeDocument/2006/relationships" id="2147483651" r:id="R1740db6e667a43da"/>
    <p:sldLayoutId xmlns:r="http://schemas.openxmlformats.org/officeDocument/2006/relationships" id="2147483652" r:id="R37610c483cd24e15"/>
    <p:sldLayoutId xmlns:r="http://schemas.openxmlformats.org/officeDocument/2006/relationships" id="2147483653" r:id="Rc62c07be3c5e4c9d"/>
    <p:sldLayoutId xmlns:r="http://schemas.openxmlformats.org/officeDocument/2006/relationships" id="2147483654" r:id="Rf290591dd8cd4b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224a81e2c14a21" /><Relationship Type="http://schemas.openxmlformats.org/officeDocument/2006/relationships/image" Target="/ppt/media/image.png" Id="Ra349fd915470420d" /><Relationship Type="http://schemas.openxmlformats.org/officeDocument/2006/relationships/notesSlide" Target="/ppt/notesSlides/notesSlide1.xml" Id="R02a0c45d4abc45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13db99500b40c1" /><Relationship Type="http://schemas.openxmlformats.org/officeDocument/2006/relationships/notesSlide" Target="/ppt/notesSlides/notesSlide2.xml" Id="R0a19dab2666940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40f2fdc1e7436a" /><Relationship Type="http://schemas.openxmlformats.org/officeDocument/2006/relationships/notesSlide" Target="/ppt/notesSlides/notesSlide3.xml" Id="Rfbebf68ddda24d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f789a97ba94e0e" /><Relationship Type="http://schemas.openxmlformats.org/officeDocument/2006/relationships/notesSlide" Target="/ppt/notesSlides/notesSlide4.xml" Id="R20709656b66c42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0664c7bd524703" /><Relationship Type="http://schemas.openxmlformats.org/officeDocument/2006/relationships/notesSlide" Target="/ppt/notesSlides/notesSlide5.xml" Id="R31dd4392e44d4b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dfed7a2de340e2" /><Relationship Type="http://schemas.openxmlformats.org/officeDocument/2006/relationships/notesSlide" Target="/ppt/notesSlides/notesSlide6.xml" Id="R2c4637bfd1434f25" /></Relationships>
</file>

<file path=ppt/slides/slide1.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9D1658F-070B-4899-A491-400CDE3306F3}"/>
              </a:ext>
            </a:extLst>
          </p:cNvPr>
          <p:cNvPicPr>
            <a:picLocks xmlns:a="http://schemas.openxmlformats.org/drawingml/2006/main" noChangeAspect="1"/>
          </p:cNvPicPr>
          <p:nvPr/>
        </p:nvPicPr>
        <p:blipFill>
          <a:blip xmlns:r="http://schemas.openxmlformats.org/officeDocument/2006/relationships" xmlns:a="http://schemas.openxmlformats.org/drawingml/2006/main" r:embed="Ra349fd915470420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UILD 2026">
            <a:extLst xmlns:a="http://schemas.openxmlformats.org/drawingml/2006/main">
              <a:ext uri="{FF2B5EF4-FFF2-40B4-BE49-F238E27FC236}">
                <a16:creationId xmlns:a16="http://schemas.microsoft.com/office/drawing/2014/main" id="{61C7C3ED-D44E-4A88-8D76-8C41EC06EA77}"/>
              </a:ext>
            </a:extLst>
          </p:cNvPr>
          <p:cNvSpPr>
            <a:spLocks xmlns:a="http://schemas.openxmlformats.org/drawingml/2006/main" noGrp="1"/>
          </p:cNvSpPr>
          <p:nvPr/>
        </p:nvSpPr>
        <p:spPr>
          <a:xfrm xmlns:a="http://schemas.openxmlformats.org/drawingml/2006/main">
            <a:off x="685800" y="6096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C5FF4A"/>
                </a:solidFill>
                <a:latin typeface="Arial"/>
                <a:ea typeface="Arial"/>
                <a:cs typeface="Arial"/>
              </a:defRPr>
            </a:defPPr>
            <a:lvl1pPr>
              <a:defRPr sz="1875" b="1">
                <a:solidFill>
                  <a:srgbClr val="C5FF4A"/>
                </a:solidFill>
                <a:latin typeface="Arial"/>
                <a:ea typeface="Arial"/>
                <a:cs typeface="Arial"/>
              </a:defRPr>
            </a:lvl1pPr>
            <a:lvl2pPr>
              <a:defRPr sz="1875" b="1">
                <a:solidFill>
                  <a:srgbClr val="C5FF4A"/>
                </a:solidFill>
                <a:latin typeface="Arial"/>
                <a:ea typeface="Arial"/>
                <a:cs typeface="Arial"/>
              </a:defRPr>
            </a:lvl2pPr>
            <a:lvl3pPr>
              <a:defRPr sz="1875" b="1">
                <a:solidFill>
                  <a:srgbClr val="C5FF4A"/>
                </a:solidFill>
                <a:latin typeface="Arial"/>
                <a:ea typeface="Arial"/>
                <a:cs typeface="Arial"/>
              </a:defRPr>
            </a:lvl3pPr>
            <a:lvl4pPr>
              <a:defRPr sz="1875" b="1">
                <a:solidFill>
                  <a:srgbClr val="C5FF4A"/>
                </a:solidFill>
                <a:latin typeface="Arial"/>
                <a:ea typeface="Arial"/>
                <a:cs typeface="Arial"/>
              </a:defRPr>
            </a:lvl4pPr>
            <a:lvl5pPr>
              <a:defRPr sz="1875" b="1">
                <a:solidFill>
                  <a:srgbClr val="C5FF4A"/>
                </a:solidFill>
                <a:latin typeface="Arial"/>
                <a:ea typeface="Arial"/>
                <a:cs typeface="Arial"/>
              </a:defRPr>
            </a:lvl5pPr>
            <a:lvl6pPr>
              <a:defRPr sz="1875" b="1">
                <a:solidFill>
                  <a:srgbClr val="C5FF4A"/>
                </a:solidFill>
                <a:latin typeface="Arial"/>
                <a:ea typeface="Arial"/>
                <a:cs typeface="Arial"/>
              </a:defRPr>
            </a:lvl6pPr>
            <a:lvl7pPr>
              <a:defRPr sz="1875" b="1">
                <a:solidFill>
                  <a:srgbClr val="C5FF4A"/>
                </a:solidFill>
                <a:latin typeface="Arial"/>
                <a:ea typeface="Arial"/>
                <a:cs typeface="Arial"/>
              </a:defRPr>
            </a:lvl7pPr>
            <a:lvl8pPr>
              <a:defRPr sz="1875" b="1">
                <a:solidFill>
                  <a:srgbClr val="C5FF4A"/>
                </a:solidFill>
                <a:latin typeface="Arial"/>
                <a:ea typeface="Arial"/>
                <a:cs typeface="Arial"/>
              </a:defRPr>
            </a:lvl8pPr>
            <a:lvl9pPr>
              <a:defRPr sz="1875" b="1">
                <a:solidFill>
                  <a:srgbClr val="C5FF4A"/>
                </a:solidFill>
                <a:latin typeface="Arial"/>
                <a:ea typeface="Arial"/>
                <a:cs typeface="Arial"/>
              </a:defRPr>
            </a:lvl9pPr>
          </a:lstStyle>
          <a:p xmlns:a="http://schemas.openxmlformats.org/drawingml/2006/main">
            <a:pPr>
              <a:defRPr sz="1875" b="1">
                <a:solidFill>
                  <a:srgbClr val="C5FF4A"/>
                </a:solidFill>
                <a:latin typeface="Arial"/>
                <a:ea typeface="Arial"/>
                <a:cs typeface="Arial"/>
              </a:defRPr>
            </a:pPr>
            <a:r>
              <a:rPr sz="1875" b="1">
                <a:solidFill>
                  <a:srgbClr val="C5FF4A"/>
                </a:solidFill>
                <a:latin typeface="Arial"/>
                <a:ea typeface="Arial"/>
                <a:cs typeface="Arial"/>
              </a:rPr>
              <a:t>BUILD 2026</a:t>
            </a:r>
          </a:p>
        </p:txBody>
      </p:sp>
      <p:sp>
        <p:nvSpPr>
          <p:cNvPr id="3" name="PrismCampus">
            <a:extLst xmlns:a="http://schemas.openxmlformats.org/drawingml/2006/main">
              <a:ext uri="{FF2B5EF4-FFF2-40B4-BE49-F238E27FC236}">
                <a16:creationId xmlns:a16="http://schemas.microsoft.com/office/drawing/2014/main" id="{B9A85F1A-9778-46D8-B04B-D5AF6BCDA11A}"/>
              </a:ext>
            </a:extLst>
          </p:cNvPr>
          <p:cNvSpPr>
            <a:spLocks xmlns:a="http://schemas.openxmlformats.org/drawingml/2006/main" noGrp="1"/>
          </p:cNvSpPr>
          <p:nvPr/>
        </p:nvSpPr>
        <p:spPr>
          <a:xfrm xmlns:a="http://schemas.openxmlformats.org/drawingml/2006/main">
            <a:off x="609600" y="180975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F5F7F9"/>
                </a:solidFill>
                <a:latin typeface="Arial"/>
                <a:ea typeface="Arial"/>
                <a:cs typeface="Arial"/>
              </a:defRPr>
            </a:defPPr>
            <a:lvl1pPr>
              <a:defRPr sz="7200" b="1">
                <a:solidFill>
                  <a:srgbClr val="F5F7F9"/>
                </a:solidFill>
                <a:latin typeface="Arial"/>
                <a:ea typeface="Arial"/>
                <a:cs typeface="Arial"/>
              </a:defRPr>
            </a:lvl1pPr>
            <a:lvl2pPr>
              <a:defRPr sz="7200" b="1">
                <a:solidFill>
                  <a:srgbClr val="F5F7F9"/>
                </a:solidFill>
                <a:latin typeface="Arial"/>
                <a:ea typeface="Arial"/>
                <a:cs typeface="Arial"/>
              </a:defRPr>
            </a:lvl2pPr>
            <a:lvl3pPr>
              <a:defRPr sz="7200" b="1">
                <a:solidFill>
                  <a:srgbClr val="F5F7F9"/>
                </a:solidFill>
                <a:latin typeface="Arial"/>
                <a:ea typeface="Arial"/>
                <a:cs typeface="Arial"/>
              </a:defRPr>
            </a:lvl3pPr>
            <a:lvl4pPr>
              <a:defRPr sz="7200" b="1">
                <a:solidFill>
                  <a:srgbClr val="F5F7F9"/>
                </a:solidFill>
                <a:latin typeface="Arial"/>
                <a:ea typeface="Arial"/>
                <a:cs typeface="Arial"/>
              </a:defRPr>
            </a:lvl4pPr>
            <a:lvl5pPr>
              <a:defRPr sz="7200" b="1">
                <a:solidFill>
                  <a:srgbClr val="F5F7F9"/>
                </a:solidFill>
                <a:latin typeface="Arial"/>
                <a:ea typeface="Arial"/>
                <a:cs typeface="Arial"/>
              </a:defRPr>
            </a:lvl5pPr>
            <a:lvl6pPr>
              <a:defRPr sz="7200" b="1">
                <a:solidFill>
                  <a:srgbClr val="F5F7F9"/>
                </a:solidFill>
                <a:latin typeface="Arial"/>
                <a:ea typeface="Arial"/>
                <a:cs typeface="Arial"/>
              </a:defRPr>
            </a:lvl6pPr>
            <a:lvl7pPr>
              <a:defRPr sz="7200" b="1">
                <a:solidFill>
                  <a:srgbClr val="F5F7F9"/>
                </a:solidFill>
                <a:latin typeface="Arial"/>
                <a:ea typeface="Arial"/>
                <a:cs typeface="Arial"/>
              </a:defRPr>
            </a:lvl7pPr>
            <a:lvl8pPr>
              <a:defRPr sz="7200" b="1">
                <a:solidFill>
                  <a:srgbClr val="F5F7F9"/>
                </a:solidFill>
                <a:latin typeface="Arial"/>
                <a:ea typeface="Arial"/>
                <a:cs typeface="Arial"/>
              </a:defRPr>
            </a:lvl8pPr>
            <a:lvl9pPr>
              <a:defRPr sz="7200" b="1">
                <a:solidFill>
                  <a:srgbClr val="F5F7F9"/>
                </a:solidFill>
                <a:latin typeface="Arial"/>
                <a:ea typeface="Arial"/>
                <a:cs typeface="Arial"/>
              </a:defRPr>
            </a:lvl9pPr>
          </a:lstStyle>
          <a:p xmlns:a="http://schemas.openxmlformats.org/drawingml/2006/main">
            <a:pPr>
              <a:defRPr sz="7200" b="1">
                <a:solidFill>
                  <a:srgbClr val="F5F7F9"/>
                </a:solidFill>
                <a:latin typeface="Arial"/>
                <a:ea typeface="Arial"/>
                <a:cs typeface="Arial"/>
              </a:defRPr>
            </a:pPr>
            <a:r>
              <a:rPr sz="7200" b="1">
                <a:solidFill>
                  <a:srgbClr val="F5F7F9"/>
                </a:solidFill>
                <a:latin typeface="Arial"/>
                <a:ea typeface="Arial"/>
                <a:cs typeface="Arial"/>
              </a:rPr>
              <a:t>PrismCampus</a:t>
            </a:r>
          </a:p>
        </p:txBody>
      </p:sp>
      <p:sp>
        <p:nvSpPr>
          <p:cNvPr id="4" name="A campus companion helping students&#10;find classes and get ans">
            <a:extLst xmlns:a="http://schemas.openxmlformats.org/drawingml/2006/main">
              <a:ext uri="{FF2B5EF4-FFF2-40B4-BE49-F238E27FC236}">
                <a16:creationId xmlns:a16="http://schemas.microsoft.com/office/drawing/2014/main" id="{96F443CF-DA30-420E-8742-14FF74AC7E6A}"/>
              </a:ext>
            </a:extLst>
          </p:cNvPr>
          <p:cNvSpPr>
            <a:spLocks xmlns:a="http://schemas.openxmlformats.org/drawingml/2006/main" noGrp="1"/>
          </p:cNvSpPr>
          <p:nvPr/>
        </p:nvSpPr>
        <p:spPr>
          <a:xfrm xmlns:a="http://schemas.openxmlformats.org/drawingml/2006/main">
            <a:off x="704850" y="3238500"/>
            <a:ext cx="7620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5F7F9"/>
                </a:solidFill>
                <a:latin typeface="Arial"/>
                <a:ea typeface="Arial"/>
                <a:cs typeface="Arial"/>
              </a:defRPr>
            </a:defPPr>
            <a:lvl1pPr>
              <a:defRPr sz="2400" b="0">
                <a:solidFill>
                  <a:srgbClr val="F5F7F9"/>
                </a:solidFill>
                <a:latin typeface="Arial"/>
                <a:ea typeface="Arial"/>
                <a:cs typeface="Arial"/>
              </a:defRPr>
            </a:lvl1pPr>
            <a:lvl2pPr>
              <a:defRPr sz="2400" b="0">
                <a:solidFill>
                  <a:srgbClr val="F5F7F9"/>
                </a:solidFill>
                <a:latin typeface="Arial"/>
                <a:ea typeface="Arial"/>
                <a:cs typeface="Arial"/>
              </a:defRPr>
            </a:lvl2pPr>
            <a:lvl3pPr>
              <a:defRPr sz="2400" b="0">
                <a:solidFill>
                  <a:srgbClr val="F5F7F9"/>
                </a:solidFill>
                <a:latin typeface="Arial"/>
                <a:ea typeface="Arial"/>
                <a:cs typeface="Arial"/>
              </a:defRPr>
            </a:lvl3pPr>
            <a:lvl4pPr>
              <a:defRPr sz="2400" b="0">
                <a:solidFill>
                  <a:srgbClr val="F5F7F9"/>
                </a:solidFill>
                <a:latin typeface="Arial"/>
                <a:ea typeface="Arial"/>
                <a:cs typeface="Arial"/>
              </a:defRPr>
            </a:lvl4pPr>
            <a:lvl5pPr>
              <a:defRPr sz="2400" b="0">
                <a:solidFill>
                  <a:srgbClr val="F5F7F9"/>
                </a:solidFill>
                <a:latin typeface="Arial"/>
                <a:ea typeface="Arial"/>
                <a:cs typeface="Arial"/>
              </a:defRPr>
            </a:lvl5pPr>
            <a:lvl6pPr>
              <a:defRPr sz="2400" b="0">
                <a:solidFill>
                  <a:srgbClr val="F5F7F9"/>
                </a:solidFill>
                <a:latin typeface="Arial"/>
                <a:ea typeface="Arial"/>
                <a:cs typeface="Arial"/>
              </a:defRPr>
            </a:lvl6pPr>
            <a:lvl7pPr>
              <a:defRPr sz="2400" b="0">
                <a:solidFill>
                  <a:srgbClr val="F5F7F9"/>
                </a:solidFill>
                <a:latin typeface="Arial"/>
                <a:ea typeface="Arial"/>
                <a:cs typeface="Arial"/>
              </a:defRPr>
            </a:lvl7pPr>
            <a:lvl8pPr>
              <a:defRPr sz="2400" b="0">
                <a:solidFill>
                  <a:srgbClr val="F5F7F9"/>
                </a:solidFill>
                <a:latin typeface="Arial"/>
                <a:ea typeface="Arial"/>
                <a:cs typeface="Arial"/>
              </a:defRPr>
            </a:lvl8pPr>
            <a:lvl9pPr>
              <a:defRPr sz="2400" b="0">
                <a:solidFill>
                  <a:srgbClr val="F5F7F9"/>
                </a:solidFill>
                <a:latin typeface="Arial"/>
                <a:ea typeface="Arial"/>
                <a:cs typeface="Arial"/>
              </a:defRPr>
            </a:lvl9pPr>
          </a:lstStyle>
          <a:p xmlns:a="http://schemas.openxmlformats.org/drawingml/2006/main">
            <a:pPr>
              <a:defRPr sz="2400" b="0">
                <a:solidFill>
                  <a:srgbClr val="F5F7F9"/>
                </a:solidFill>
                <a:latin typeface="Arial"/>
                <a:ea typeface="Arial"/>
                <a:cs typeface="Arial"/>
              </a:defRPr>
            </a:pPr>
            <a:r>
              <a:rPr sz="2400" b="0">
                <a:solidFill>
                  <a:srgbClr val="F5F7F9"/>
                </a:solidFill>
                <a:latin typeface="Arial"/>
                <a:ea typeface="Arial"/>
                <a:cs typeface="Arial"/>
              </a:rPr>
              <a:t>A campus companion helping students</a:t>
            </a:r>
          </a:p>
          <a:p xmlns:a="http://schemas.openxmlformats.org/drawingml/2006/main">
            <a:pPr>
              <a:defRPr sz="2400" b="0">
                <a:solidFill>
                  <a:srgbClr val="F5F7F9"/>
                </a:solidFill>
                <a:latin typeface="Arial"/>
                <a:ea typeface="Arial"/>
                <a:cs typeface="Arial"/>
              </a:defRPr>
            </a:pPr>
            <a:r>
              <a:rPr sz="2400" b="0">
                <a:solidFill>
                  <a:srgbClr val="F5F7F9"/>
                </a:solidFill>
                <a:latin typeface="Arial"/>
                <a:ea typeface="Arial"/>
                <a:cs typeface="Arial"/>
              </a:rPr>
              <a:t>find classes and get answers, even offline.</a:t>
            </a:r>
          </a:p>
        </p:txBody>
      </p:sp>
      <p:sp>
        <p:nvSpPr>
          <p:cNvPr id="5" name="CRYSTALX">
            <a:extLst xmlns:a="http://schemas.openxmlformats.org/drawingml/2006/main">
              <a:ext uri="{FF2B5EF4-FFF2-40B4-BE49-F238E27FC236}">
                <a16:creationId xmlns:a16="http://schemas.microsoft.com/office/drawing/2014/main" id="{42B826A6-F2C1-4DA2-A154-1B7EF762DA72}"/>
              </a:ext>
            </a:extLst>
          </p:cNvPr>
          <p:cNvSpPr>
            <a:spLocks xmlns:a="http://schemas.openxmlformats.org/drawingml/2006/main" noGrp="1"/>
          </p:cNvSpPr>
          <p:nvPr/>
        </p:nvSpPr>
        <p:spPr>
          <a:xfrm xmlns:a="http://schemas.openxmlformats.org/drawingml/2006/main">
            <a:off x="704850" y="5095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5FF4A"/>
                </a:solidFill>
                <a:latin typeface="Arial"/>
                <a:ea typeface="Arial"/>
                <a:cs typeface="Arial"/>
              </a:defRPr>
            </a:defPPr>
            <a:lvl1pPr>
              <a:defRPr sz="2250" b="1">
                <a:solidFill>
                  <a:srgbClr val="C5FF4A"/>
                </a:solidFill>
                <a:latin typeface="Arial"/>
                <a:ea typeface="Arial"/>
                <a:cs typeface="Arial"/>
              </a:defRPr>
            </a:lvl1pPr>
            <a:lvl2pPr>
              <a:defRPr sz="2250" b="1">
                <a:solidFill>
                  <a:srgbClr val="C5FF4A"/>
                </a:solidFill>
                <a:latin typeface="Arial"/>
                <a:ea typeface="Arial"/>
                <a:cs typeface="Arial"/>
              </a:defRPr>
            </a:lvl2pPr>
            <a:lvl3pPr>
              <a:defRPr sz="2250" b="1">
                <a:solidFill>
                  <a:srgbClr val="C5FF4A"/>
                </a:solidFill>
                <a:latin typeface="Arial"/>
                <a:ea typeface="Arial"/>
                <a:cs typeface="Arial"/>
              </a:defRPr>
            </a:lvl3pPr>
            <a:lvl4pPr>
              <a:defRPr sz="2250" b="1">
                <a:solidFill>
                  <a:srgbClr val="C5FF4A"/>
                </a:solidFill>
                <a:latin typeface="Arial"/>
                <a:ea typeface="Arial"/>
                <a:cs typeface="Arial"/>
              </a:defRPr>
            </a:lvl4pPr>
            <a:lvl5pPr>
              <a:defRPr sz="2250" b="1">
                <a:solidFill>
                  <a:srgbClr val="C5FF4A"/>
                </a:solidFill>
                <a:latin typeface="Arial"/>
                <a:ea typeface="Arial"/>
                <a:cs typeface="Arial"/>
              </a:defRPr>
            </a:lvl5pPr>
            <a:lvl6pPr>
              <a:defRPr sz="2250" b="1">
                <a:solidFill>
                  <a:srgbClr val="C5FF4A"/>
                </a:solidFill>
                <a:latin typeface="Arial"/>
                <a:ea typeface="Arial"/>
                <a:cs typeface="Arial"/>
              </a:defRPr>
            </a:lvl6pPr>
            <a:lvl7pPr>
              <a:defRPr sz="2250" b="1">
                <a:solidFill>
                  <a:srgbClr val="C5FF4A"/>
                </a:solidFill>
                <a:latin typeface="Arial"/>
                <a:ea typeface="Arial"/>
                <a:cs typeface="Arial"/>
              </a:defRPr>
            </a:lvl7pPr>
            <a:lvl8pPr>
              <a:defRPr sz="2250" b="1">
                <a:solidFill>
                  <a:srgbClr val="C5FF4A"/>
                </a:solidFill>
                <a:latin typeface="Arial"/>
                <a:ea typeface="Arial"/>
                <a:cs typeface="Arial"/>
              </a:defRPr>
            </a:lvl8pPr>
            <a:lvl9pPr>
              <a:defRPr sz="2250" b="1">
                <a:solidFill>
                  <a:srgbClr val="C5FF4A"/>
                </a:solidFill>
                <a:latin typeface="Arial"/>
                <a:ea typeface="Arial"/>
                <a:cs typeface="Arial"/>
              </a:defRPr>
            </a:lvl9pPr>
          </a:lstStyle>
          <a:p xmlns:a="http://schemas.openxmlformats.org/drawingml/2006/main">
            <a:pPr>
              <a:defRPr sz="2250" b="1">
                <a:solidFill>
                  <a:srgbClr val="C5FF4A"/>
                </a:solidFill>
                <a:latin typeface="Arial"/>
                <a:ea typeface="Arial"/>
                <a:cs typeface="Arial"/>
              </a:defRPr>
            </a:pPr>
            <a:r>
              <a:rPr sz="2250" b="1">
                <a:solidFill>
                  <a:srgbClr val="C5FF4A"/>
                </a:solidFill>
                <a:latin typeface="Arial"/>
                <a:ea typeface="Arial"/>
                <a:cs typeface="Arial"/>
              </a:rPr>
              <a:t>CRYSTALX</a:t>
            </a:r>
          </a:p>
        </p:txBody>
      </p:sp>
      <p:sp>
        <p:nvSpPr>
          <p:cNvPr id="6" name="Chiranth B K / Solo builder">
            <a:extLst xmlns:a="http://schemas.openxmlformats.org/drawingml/2006/main">
              <a:ext uri="{FF2B5EF4-FFF2-40B4-BE49-F238E27FC236}">
                <a16:creationId xmlns:a16="http://schemas.microsoft.com/office/drawing/2014/main" id="{CE353CD1-C015-4784-B035-C75A53051AB6}"/>
              </a:ext>
            </a:extLst>
          </p:cNvPr>
          <p:cNvSpPr>
            <a:spLocks xmlns:a="http://schemas.openxmlformats.org/drawingml/2006/main" noGrp="1"/>
          </p:cNvSpPr>
          <p:nvPr/>
        </p:nvSpPr>
        <p:spPr>
          <a:xfrm xmlns:a="http://schemas.openxmlformats.org/drawingml/2006/main">
            <a:off x="704850" y="561975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DB8C7"/>
                </a:solidFill>
                <a:latin typeface="Arial"/>
                <a:ea typeface="Arial"/>
                <a:cs typeface="Arial"/>
              </a:defRPr>
            </a:defPPr>
            <a:lvl1pPr>
              <a:defRPr sz="2025" b="0">
                <a:solidFill>
                  <a:srgbClr val="ADB8C7"/>
                </a:solidFill>
                <a:latin typeface="Arial"/>
                <a:ea typeface="Arial"/>
                <a:cs typeface="Arial"/>
              </a:defRPr>
            </a:lvl1pPr>
            <a:lvl2pPr>
              <a:defRPr sz="2025" b="0">
                <a:solidFill>
                  <a:srgbClr val="ADB8C7"/>
                </a:solidFill>
                <a:latin typeface="Arial"/>
                <a:ea typeface="Arial"/>
                <a:cs typeface="Arial"/>
              </a:defRPr>
            </a:lvl2pPr>
            <a:lvl3pPr>
              <a:defRPr sz="2025" b="0">
                <a:solidFill>
                  <a:srgbClr val="ADB8C7"/>
                </a:solidFill>
                <a:latin typeface="Arial"/>
                <a:ea typeface="Arial"/>
                <a:cs typeface="Arial"/>
              </a:defRPr>
            </a:lvl3pPr>
            <a:lvl4pPr>
              <a:defRPr sz="2025" b="0">
                <a:solidFill>
                  <a:srgbClr val="ADB8C7"/>
                </a:solidFill>
                <a:latin typeface="Arial"/>
                <a:ea typeface="Arial"/>
                <a:cs typeface="Arial"/>
              </a:defRPr>
            </a:lvl4pPr>
            <a:lvl5pPr>
              <a:defRPr sz="2025" b="0">
                <a:solidFill>
                  <a:srgbClr val="ADB8C7"/>
                </a:solidFill>
                <a:latin typeface="Arial"/>
                <a:ea typeface="Arial"/>
                <a:cs typeface="Arial"/>
              </a:defRPr>
            </a:lvl5pPr>
            <a:lvl6pPr>
              <a:defRPr sz="2025" b="0">
                <a:solidFill>
                  <a:srgbClr val="ADB8C7"/>
                </a:solidFill>
                <a:latin typeface="Arial"/>
                <a:ea typeface="Arial"/>
                <a:cs typeface="Arial"/>
              </a:defRPr>
            </a:lvl6pPr>
            <a:lvl7pPr>
              <a:defRPr sz="2025" b="0">
                <a:solidFill>
                  <a:srgbClr val="ADB8C7"/>
                </a:solidFill>
                <a:latin typeface="Arial"/>
                <a:ea typeface="Arial"/>
                <a:cs typeface="Arial"/>
              </a:defRPr>
            </a:lvl7pPr>
            <a:lvl8pPr>
              <a:defRPr sz="2025" b="0">
                <a:solidFill>
                  <a:srgbClr val="ADB8C7"/>
                </a:solidFill>
                <a:latin typeface="Arial"/>
                <a:ea typeface="Arial"/>
                <a:cs typeface="Arial"/>
              </a:defRPr>
            </a:lvl8pPr>
            <a:lvl9pPr>
              <a:defRPr sz="2025" b="0">
                <a:solidFill>
                  <a:srgbClr val="ADB8C7"/>
                </a:solidFill>
                <a:latin typeface="Arial"/>
                <a:ea typeface="Arial"/>
                <a:cs typeface="Arial"/>
              </a:defRPr>
            </a:lvl9pPr>
          </a:lstStyle>
          <a:p xmlns:a="http://schemas.openxmlformats.org/drawingml/2006/main">
            <a:pPr>
              <a:defRPr sz="2025" b="0">
                <a:solidFill>
                  <a:srgbClr val="ADB8C7"/>
                </a:solidFill>
                <a:latin typeface="Arial"/>
                <a:ea typeface="Arial"/>
                <a:cs typeface="Arial"/>
              </a:defRPr>
            </a:pPr>
            <a:r>
              <a:rPr sz="2025" b="0">
                <a:solidFill>
                  <a:srgbClr val="ADB8C7"/>
                </a:solidFill>
                <a:latin typeface="Arial"/>
                <a:ea typeface="Arial"/>
                <a:cs typeface="Arial"/>
              </a:rPr>
              <a:t>Chiranth B K / Solo builder</a:t>
            </a:r>
          </a:p>
        </p:txBody>
      </p:sp>
    </p:spTree>
    <p:extLst>
      <p:ext uri="{BB962C8B-B14F-4D97-AF65-F5344CB8AC3E}">
        <p14:creationId xmlns:p14="http://schemas.microsoft.com/office/powerpoint/2010/main" val="1576227664"/>
      </p:ext>
    </p:extLst>
  </p:cSld>
</p:sld>
</file>

<file path=ppt/slides/slide2.xml><?xml version="1.0" encoding="utf-8"?>
<p:sld xmlns:p="http://schemas.openxmlformats.org/presentationml/2006/main">
  <p:cSld>
    <p:bg>
      <p:bgPr>
        <a:solidFill xmlns:a="http://schemas.openxmlformats.org/drawingml/2006/main">
          <a:srgbClr val="C5FF4A"/>
        </a:solidFill>
      </p:bgPr>
    </p:bg>
    <p:spTree>
      <p:nvGrpSpPr>
        <p:cNvPr id="1" name=""/>
        <p:cNvGrpSpPr/>
        <p:nvPr/>
      </p:nvGrpSpPr>
      <p:grpSpPr>
        <a:xfrm xmlns:a="http://schemas.openxmlformats.org/drawingml/2006/main"/>
      </p:grpSpPr>
      <p:sp>
        <p:nvSpPr>
          <p:cNvPr id="8" name="The first-day campus problem">
            <a:extLst xmlns:a="http://schemas.openxmlformats.org/drawingml/2006/main">
              <a:ext uri="{FF2B5EF4-FFF2-40B4-BE49-F238E27FC236}">
                <a16:creationId xmlns:a16="http://schemas.microsoft.com/office/drawing/2014/main" id="{6E70A031-5CFB-42AA-A3B8-BB85983345B2}"/>
              </a:ext>
            </a:extLst>
          </p:cNvPr>
          <p:cNvSpPr>
            <a:spLocks xmlns:a="http://schemas.openxmlformats.org/drawingml/2006/main" noGrp="1"/>
          </p:cNvSpPr>
          <p:nvPr/>
        </p:nvSpPr>
        <p:spPr>
          <a:xfrm xmlns:a="http://schemas.openxmlformats.org/drawingml/2006/main">
            <a:off x="628650" y="5524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11161D"/>
                </a:solidFill>
                <a:latin typeface="Arial"/>
                <a:ea typeface="Arial"/>
                <a:cs typeface="Arial"/>
              </a:defRPr>
            </a:defPPr>
            <a:lvl1pPr>
              <a:defRPr sz="4275" b="1">
                <a:solidFill>
                  <a:srgbClr val="11161D"/>
                </a:solidFill>
                <a:latin typeface="Arial"/>
                <a:ea typeface="Arial"/>
                <a:cs typeface="Arial"/>
              </a:defRPr>
            </a:lvl1pPr>
            <a:lvl2pPr>
              <a:defRPr sz="4275" b="1">
                <a:solidFill>
                  <a:srgbClr val="11161D"/>
                </a:solidFill>
                <a:latin typeface="Arial"/>
                <a:ea typeface="Arial"/>
                <a:cs typeface="Arial"/>
              </a:defRPr>
            </a:lvl2pPr>
            <a:lvl3pPr>
              <a:defRPr sz="4275" b="1">
                <a:solidFill>
                  <a:srgbClr val="11161D"/>
                </a:solidFill>
                <a:latin typeface="Arial"/>
                <a:ea typeface="Arial"/>
                <a:cs typeface="Arial"/>
              </a:defRPr>
            </a:lvl3pPr>
            <a:lvl4pPr>
              <a:defRPr sz="4275" b="1">
                <a:solidFill>
                  <a:srgbClr val="11161D"/>
                </a:solidFill>
                <a:latin typeface="Arial"/>
                <a:ea typeface="Arial"/>
                <a:cs typeface="Arial"/>
              </a:defRPr>
            </a:lvl4pPr>
            <a:lvl5pPr>
              <a:defRPr sz="4275" b="1">
                <a:solidFill>
                  <a:srgbClr val="11161D"/>
                </a:solidFill>
                <a:latin typeface="Arial"/>
                <a:ea typeface="Arial"/>
                <a:cs typeface="Arial"/>
              </a:defRPr>
            </a:lvl5pPr>
            <a:lvl6pPr>
              <a:defRPr sz="4275" b="1">
                <a:solidFill>
                  <a:srgbClr val="11161D"/>
                </a:solidFill>
                <a:latin typeface="Arial"/>
                <a:ea typeface="Arial"/>
                <a:cs typeface="Arial"/>
              </a:defRPr>
            </a:lvl6pPr>
            <a:lvl7pPr>
              <a:defRPr sz="4275" b="1">
                <a:solidFill>
                  <a:srgbClr val="11161D"/>
                </a:solidFill>
                <a:latin typeface="Arial"/>
                <a:ea typeface="Arial"/>
                <a:cs typeface="Arial"/>
              </a:defRPr>
            </a:lvl7pPr>
            <a:lvl8pPr>
              <a:defRPr sz="4275" b="1">
                <a:solidFill>
                  <a:srgbClr val="11161D"/>
                </a:solidFill>
                <a:latin typeface="Arial"/>
                <a:ea typeface="Arial"/>
                <a:cs typeface="Arial"/>
              </a:defRPr>
            </a:lvl8pPr>
            <a:lvl9pPr>
              <a:defRPr sz="4275" b="1">
                <a:solidFill>
                  <a:srgbClr val="11161D"/>
                </a:solidFill>
                <a:latin typeface="Arial"/>
                <a:ea typeface="Arial"/>
                <a:cs typeface="Arial"/>
              </a:defRPr>
            </a:lvl9pPr>
          </a:lstStyle>
          <a:p xmlns:a="http://schemas.openxmlformats.org/drawingml/2006/main">
            <a:pPr>
              <a:defRPr sz="4275" b="1">
                <a:solidFill>
                  <a:srgbClr val="11161D"/>
                </a:solidFill>
                <a:latin typeface="Arial"/>
                <a:ea typeface="Arial"/>
                <a:cs typeface="Arial"/>
              </a:defRPr>
            </a:pPr>
            <a:r>
              <a:rPr sz="4275" b="1">
                <a:solidFill>
                  <a:srgbClr val="11161D"/>
                </a:solidFill>
                <a:latin typeface="Arial"/>
                <a:ea typeface="Arial"/>
                <a:cs typeface="Arial"/>
              </a:rPr>
              <a:t>The first-day campus problem</a:t>
            </a:r>
          </a:p>
        </p:txBody>
      </p:sp>
      <p:sp>
        <p:nvSpPr>
          <p:cNvPr id="2" name="CRYSTALX / BUILD 2026">
            <a:extLst xmlns:a="http://schemas.openxmlformats.org/drawingml/2006/main">
              <a:ext uri="{FF2B5EF4-FFF2-40B4-BE49-F238E27FC236}">
                <a16:creationId xmlns:a16="http://schemas.microsoft.com/office/drawing/2014/main" id="{BEFDCBD4-A462-4926-AB36-48EA1ED4DB4D}"/>
              </a:ext>
            </a:extLst>
          </p:cNvPr>
          <p:cNvSpPr>
            <a:spLocks xmlns:a="http://schemas.openxmlformats.org/drawingml/2006/main" noGrp="1"/>
          </p:cNvSpPr>
          <p:nvPr/>
        </p:nvSpPr>
        <p:spPr>
          <a:xfrm xmlns:a="http://schemas.openxmlformats.org/drawingml/2006/main">
            <a:off x="685800" y="6372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11161D"/>
                </a:solidFill>
                <a:latin typeface="Arial"/>
                <a:ea typeface="Arial"/>
                <a:cs typeface="Arial"/>
              </a:defRPr>
            </a:defPPr>
            <a:lvl1pPr>
              <a:defRPr sz="1200" b="0">
                <a:solidFill>
                  <a:srgbClr val="11161D"/>
                </a:solidFill>
                <a:latin typeface="Arial"/>
                <a:ea typeface="Arial"/>
                <a:cs typeface="Arial"/>
              </a:defRPr>
            </a:lvl1pPr>
            <a:lvl2pPr>
              <a:defRPr sz="1200" b="0">
                <a:solidFill>
                  <a:srgbClr val="11161D"/>
                </a:solidFill>
                <a:latin typeface="Arial"/>
                <a:ea typeface="Arial"/>
                <a:cs typeface="Arial"/>
              </a:defRPr>
            </a:lvl2pPr>
            <a:lvl3pPr>
              <a:defRPr sz="1200" b="0">
                <a:solidFill>
                  <a:srgbClr val="11161D"/>
                </a:solidFill>
                <a:latin typeface="Arial"/>
                <a:ea typeface="Arial"/>
                <a:cs typeface="Arial"/>
              </a:defRPr>
            </a:lvl3pPr>
            <a:lvl4pPr>
              <a:defRPr sz="1200" b="0">
                <a:solidFill>
                  <a:srgbClr val="11161D"/>
                </a:solidFill>
                <a:latin typeface="Arial"/>
                <a:ea typeface="Arial"/>
                <a:cs typeface="Arial"/>
              </a:defRPr>
            </a:lvl4pPr>
            <a:lvl5pPr>
              <a:defRPr sz="1200" b="0">
                <a:solidFill>
                  <a:srgbClr val="11161D"/>
                </a:solidFill>
                <a:latin typeface="Arial"/>
                <a:ea typeface="Arial"/>
                <a:cs typeface="Arial"/>
              </a:defRPr>
            </a:lvl5pPr>
            <a:lvl6pPr>
              <a:defRPr sz="1200" b="0">
                <a:solidFill>
                  <a:srgbClr val="11161D"/>
                </a:solidFill>
                <a:latin typeface="Arial"/>
                <a:ea typeface="Arial"/>
                <a:cs typeface="Arial"/>
              </a:defRPr>
            </a:lvl6pPr>
            <a:lvl7pPr>
              <a:defRPr sz="1200" b="0">
                <a:solidFill>
                  <a:srgbClr val="11161D"/>
                </a:solidFill>
                <a:latin typeface="Arial"/>
                <a:ea typeface="Arial"/>
                <a:cs typeface="Arial"/>
              </a:defRPr>
            </a:lvl7pPr>
            <a:lvl8pPr>
              <a:defRPr sz="1200" b="0">
                <a:solidFill>
                  <a:srgbClr val="11161D"/>
                </a:solidFill>
                <a:latin typeface="Arial"/>
                <a:ea typeface="Arial"/>
                <a:cs typeface="Arial"/>
              </a:defRPr>
            </a:lvl8pPr>
            <a:lvl9pPr>
              <a:defRPr sz="1200" b="0">
                <a:solidFill>
                  <a:srgbClr val="11161D"/>
                </a:solidFill>
                <a:latin typeface="Arial"/>
                <a:ea typeface="Arial"/>
                <a:cs typeface="Arial"/>
              </a:defRPr>
            </a:lvl9pPr>
          </a:lstStyle>
          <a:p xmlns:a="http://schemas.openxmlformats.org/drawingml/2006/main">
            <a:pPr>
              <a:defRPr sz="1200" b="0">
                <a:solidFill>
                  <a:srgbClr val="11161D"/>
                </a:solidFill>
                <a:latin typeface="Arial"/>
                <a:ea typeface="Arial"/>
                <a:cs typeface="Arial"/>
              </a:defRPr>
            </a:pPr>
            <a:r>
              <a:rPr sz="1200" b="0">
                <a:solidFill>
                  <a:srgbClr val="11161D"/>
                </a:solidFill>
                <a:latin typeface="Arial"/>
                <a:ea typeface="Arial"/>
                <a:cs typeface="Arial"/>
              </a:rPr>
              <a:t>CRYSTALX / BUILD 2026</a:t>
            </a:r>
          </a:p>
        </p:txBody>
      </p:sp>
      <p:sp>
        <p:nvSpPr>
          <p:cNvPr id="3" name="02">
            <a:extLst xmlns:a="http://schemas.openxmlformats.org/drawingml/2006/main">
              <a:ext uri="{FF2B5EF4-FFF2-40B4-BE49-F238E27FC236}">
                <a16:creationId xmlns:a16="http://schemas.microsoft.com/office/drawing/2014/main" id="{8CC48329-5109-435B-B14E-EE28F808F3C6}"/>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02</a:t>
            </a:r>
          </a:p>
        </p:txBody>
      </p:sp>
      <p:sp>
        <p:nvSpPr>
          <p:cNvPr id="4" name="Where is my&#10;next class?">
            <a:extLst xmlns:a="http://schemas.openxmlformats.org/drawingml/2006/main">
              <a:ext uri="{FF2B5EF4-FFF2-40B4-BE49-F238E27FC236}">
                <a16:creationId xmlns:a16="http://schemas.microsoft.com/office/drawing/2014/main" id="{4A4F626A-DB14-495E-8BBD-C0FFA40A6CBA}"/>
              </a:ext>
            </a:extLst>
          </p:cNvPr>
          <p:cNvSpPr>
            <a:spLocks xmlns:a="http://schemas.openxmlformats.org/drawingml/2006/main" noGrp="1"/>
          </p:cNvSpPr>
          <p:nvPr/>
        </p:nvSpPr>
        <p:spPr>
          <a:xfrm xmlns:a="http://schemas.openxmlformats.org/drawingml/2006/main">
            <a:off x="647700" y="1828800"/>
            <a:ext cx="685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11161D"/>
                </a:solidFill>
                <a:latin typeface="Arial"/>
                <a:ea typeface="Arial"/>
                <a:cs typeface="Arial"/>
              </a:defRPr>
            </a:defPPr>
            <a:lvl1pPr>
              <a:defRPr sz="5850" b="1">
                <a:solidFill>
                  <a:srgbClr val="11161D"/>
                </a:solidFill>
                <a:latin typeface="Arial"/>
                <a:ea typeface="Arial"/>
                <a:cs typeface="Arial"/>
              </a:defRPr>
            </a:lvl1pPr>
            <a:lvl2pPr>
              <a:defRPr sz="5850" b="1">
                <a:solidFill>
                  <a:srgbClr val="11161D"/>
                </a:solidFill>
                <a:latin typeface="Arial"/>
                <a:ea typeface="Arial"/>
                <a:cs typeface="Arial"/>
              </a:defRPr>
            </a:lvl2pPr>
            <a:lvl3pPr>
              <a:defRPr sz="5850" b="1">
                <a:solidFill>
                  <a:srgbClr val="11161D"/>
                </a:solidFill>
                <a:latin typeface="Arial"/>
                <a:ea typeface="Arial"/>
                <a:cs typeface="Arial"/>
              </a:defRPr>
            </a:lvl3pPr>
            <a:lvl4pPr>
              <a:defRPr sz="5850" b="1">
                <a:solidFill>
                  <a:srgbClr val="11161D"/>
                </a:solidFill>
                <a:latin typeface="Arial"/>
                <a:ea typeface="Arial"/>
                <a:cs typeface="Arial"/>
              </a:defRPr>
            </a:lvl4pPr>
            <a:lvl5pPr>
              <a:defRPr sz="5850" b="1">
                <a:solidFill>
                  <a:srgbClr val="11161D"/>
                </a:solidFill>
                <a:latin typeface="Arial"/>
                <a:ea typeface="Arial"/>
                <a:cs typeface="Arial"/>
              </a:defRPr>
            </a:lvl5pPr>
            <a:lvl6pPr>
              <a:defRPr sz="5850" b="1">
                <a:solidFill>
                  <a:srgbClr val="11161D"/>
                </a:solidFill>
                <a:latin typeface="Arial"/>
                <a:ea typeface="Arial"/>
                <a:cs typeface="Arial"/>
              </a:defRPr>
            </a:lvl6pPr>
            <a:lvl7pPr>
              <a:defRPr sz="5850" b="1">
                <a:solidFill>
                  <a:srgbClr val="11161D"/>
                </a:solidFill>
                <a:latin typeface="Arial"/>
                <a:ea typeface="Arial"/>
                <a:cs typeface="Arial"/>
              </a:defRPr>
            </a:lvl7pPr>
            <a:lvl8pPr>
              <a:defRPr sz="5850" b="1">
                <a:solidFill>
                  <a:srgbClr val="11161D"/>
                </a:solidFill>
                <a:latin typeface="Arial"/>
                <a:ea typeface="Arial"/>
                <a:cs typeface="Arial"/>
              </a:defRPr>
            </a:lvl8pPr>
            <a:lvl9pPr>
              <a:defRPr sz="5850" b="1">
                <a:solidFill>
                  <a:srgbClr val="11161D"/>
                </a:solidFill>
                <a:latin typeface="Arial"/>
                <a:ea typeface="Arial"/>
                <a:cs typeface="Arial"/>
              </a:defRPr>
            </a:lvl9pPr>
          </a:lstStyle>
          <a:p xmlns:a="http://schemas.openxmlformats.org/drawingml/2006/main">
            <a:pPr>
              <a:defRPr sz="5850" b="1">
                <a:solidFill>
                  <a:srgbClr val="11161D"/>
                </a:solidFill>
                <a:latin typeface="Arial"/>
                <a:ea typeface="Arial"/>
                <a:cs typeface="Arial"/>
              </a:defRPr>
            </a:pPr>
            <a:r>
              <a:rPr sz="5850" b="1">
                <a:solidFill>
                  <a:srgbClr val="11161D"/>
                </a:solidFill>
                <a:latin typeface="Arial"/>
                <a:ea typeface="Arial"/>
                <a:cs typeface="Arial"/>
              </a:rPr>
              <a:t>Where is my</a:t>
            </a:r>
          </a:p>
          <a:p xmlns:a="http://schemas.openxmlformats.org/drawingml/2006/main">
            <a:pPr>
              <a:defRPr sz="5850" b="1">
                <a:solidFill>
                  <a:srgbClr val="11161D"/>
                </a:solidFill>
                <a:latin typeface="Arial"/>
                <a:ea typeface="Arial"/>
                <a:cs typeface="Arial"/>
              </a:defRPr>
            </a:pPr>
            <a:r>
              <a:rPr sz="5850" b="1">
                <a:solidFill>
                  <a:srgbClr val="11161D"/>
                </a:solidFill>
                <a:latin typeface="Arial"/>
                <a:ea typeface="Arial"/>
                <a:cs typeface="Arial"/>
              </a:rPr>
              <a:t>next class?</a:t>
            </a:r>
          </a:p>
        </p:txBody>
      </p:sp>
      <p:sp>
        <p:nvSpPr>
          <p:cNvPr id="5" name="Timetable images&#10;Chat-group updates&#10;Separate campus websites">
            <a:extLst xmlns:a="http://schemas.openxmlformats.org/drawingml/2006/main">
              <a:ext uri="{FF2B5EF4-FFF2-40B4-BE49-F238E27FC236}">
                <a16:creationId xmlns:a16="http://schemas.microsoft.com/office/drawing/2014/main" id="{7F06E50B-B66D-4C5E-AD97-AE70011E3EA2}"/>
              </a:ext>
            </a:extLst>
          </p:cNvPr>
          <p:cNvSpPr>
            <a:spLocks xmlns:a="http://schemas.openxmlformats.org/drawingml/2006/main" noGrp="1"/>
          </p:cNvSpPr>
          <p:nvPr/>
        </p:nvSpPr>
        <p:spPr>
          <a:xfrm xmlns:a="http://schemas.openxmlformats.org/drawingml/2006/main">
            <a:off x="8001000" y="1952625"/>
            <a:ext cx="3619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1161D"/>
                </a:solidFill>
                <a:latin typeface="Arial"/>
                <a:ea typeface="Arial"/>
                <a:cs typeface="Arial"/>
              </a:defRPr>
            </a:defPPr>
            <a:lvl1pPr>
              <a:defRPr sz="2250" b="0">
                <a:solidFill>
                  <a:srgbClr val="11161D"/>
                </a:solidFill>
                <a:latin typeface="Arial"/>
                <a:ea typeface="Arial"/>
                <a:cs typeface="Arial"/>
              </a:defRPr>
            </a:lvl1pPr>
            <a:lvl2pPr>
              <a:defRPr sz="2250" b="0">
                <a:solidFill>
                  <a:srgbClr val="11161D"/>
                </a:solidFill>
                <a:latin typeface="Arial"/>
                <a:ea typeface="Arial"/>
                <a:cs typeface="Arial"/>
              </a:defRPr>
            </a:lvl2pPr>
            <a:lvl3pPr>
              <a:defRPr sz="2250" b="0">
                <a:solidFill>
                  <a:srgbClr val="11161D"/>
                </a:solidFill>
                <a:latin typeface="Arial"/>
                <a:ea typeface="Arial"/>
                <a:cs typeface="Arial"/>
              </a:defRPr>
            </a:lvl3pPr>
            <a:lvl4pPr>
              <a:defRPr sz="2250" b="0">
                <a:solidFill>
                  <a:srgbClr val="11161D"/>
                </a:solidFill>
                <a:latin typeface="Arial"/>
                <a:ea typeface="Arial"/>
                <a:cs typeface="Arial"/>
              </a:defRPr>
            </a:lvl4pPr>
            <a:lvl5pPr>
              <a:defRPr sz="2250" b="0">
                <a:solidFill>
                  <a:srgbClr val="11161D"/>
                </a:solidFill>
                <a:latin typeface="Arial"/>
                <a:ea typeface="Arial"/>
                <a:cs typeface="Arial"/>
              </a:defRPr>
            </a:lvl5pPr>
            <a:lvl6pPr>
              <a:defRPr sz="2250" b="0">
                <a:solidFill>
                  <a:srgbClr val="11161D"/>
                </a:solidFill>
                <a:latin typeface="Arial"/>
                <a:ea typeface="Arial"/>
                <a:cs typeface="Arial"/>
              </a:defRPr>
            </a:lvl6pPr>
            <a:lvl7pPr>
              <a:defRPr sz="2250" b="0">
                <a:solidFill>
                  <a:srgbClr val="11161D"/>
                </a:solidFill>
                <a:latin typeface="Arial"/>
                <a:ea typeface="Arial"/>
                <a:cs typeface="Arial"/>
              </a:defRPr>
            </a:lvl7pPr>
            <a:lvl8pPr>
              <a:defRPr sz="2250" b="0">
                <a:solidFill>
                  <a:srgbClr val="11161D"/>
                </a:solidFill>
                <a:latin typeface="Arial"/>
                <a:ea typeface="Arial"/>
                <a:cs typeface="Arial"/>
              </a:defRPr>
            </a:lvl8pPr>
            <a:lvl9pPr>
              <a:defRPr sz="2250" b="0">
                <a:solidFill>
                  <a:srgbClr val="11161D"/>
                </a:solidFill>
                <a:latin typeface="Arial"/>
                <a:ea typeface="Arial"/>
                <a:cs typeface="Arial"/>
              </a:defRPr>
            </a:lvl9pPr>
          </a:lstStyle>
          <a:p xmlns:a="http://schemas.openxmlformats.org/drawingml/2006/main">
            <a:pPr>
              <a:defRPr sz="2250" b="0">
                <a:solidFill>
                  <a:srgbClr val="11161D"/>
                </a:solidFill>
                <a:latin typeface="Arial"/>
                <a:ea typeface="Arial"/>
                <a:cs typeface="Arial"/>
              </a:defRPr>
            </a:pPr>
            <a:r>
              <a:rPr sz="2250" b="0">
                <a:solidFill>
                  <a:srgbClr val="11161D"/>
                </a:solidFill>
                <a:latin typeface="Arial"/>
                <a:ea typeface="Arial"/>
                <a:cs typeface="Arial"/>
              </a:rPr>
              <a:t>Timetable images</a:t>
            </a:r>
          </a:p>
          <a:p xmlns:a="http://schemas.openxmlformats.org/drawingml/2006/main">
            <a:pPr>
              <a:defRPr sz="2250" b="0">
                <a:solidFill>
                  <a:srgbClr val="11161D"/>
                </a:solidFill>
                <a:latin typeface="Arial"/>
                <a:ea typeface="Arial"/>
                <a:cs typeface="Arial"/>
              </a:defRPr>
            </a:pPr>
            <a:r>
              <a:rPr sz="2250" b="0">
                <a:solidFill>
                  <a:srgbClr val="11161D"/>
                </a:solidFill>
                <a:latin typeface="Arial"/>
                <a:ea typeface="Arial"/>
                <a:cs typeface="Arial"/>
              </a:rPr>
              <a:t>Chat-group updates</a:t>
            </a:r>
          </a:p>
          <a:p xmlns:a="http://schemas.openxmlformats.org/drawingml/2006/main">
            <a:pPr>
              <a:defRPr sz="2250" b="0">
                <a:solidFill>
                  <a:srgbClr val="11161D"/>
                </a:solidFill>
                <a:latin typeface="Arial"/>
                <a:ea typeface="Arial"/>
                <a:cs typeface="Arial"/>
              </a:defRPr>
            </a:pPr>
            <a:r>
              <a:rPr sz="2250" b="0">
                <a:solidFill>
                  <a:srgbClr val="11161D"/>
                </a:solidFill>
                <a:latin typeface="Arial"/>
                <a:ea typeface="Arial"/>
                <a:cs typeface="Arial"/>
              </a:rPr>
              <a:t>Separate campus websites</a:t>
            </a:r>
          </a:p>
          <a:p xmlns:a="http://schemas.openxmlformats.org/drawingml/2006/main">
            <a:pPr>
              <a:defRPr sz="2250" b="0">
                <a:solidFill>
                  <a:srgbClr val="11161D"/>
                </a:solidFill>
                <a:latin typeface="Arial"/>
                <a:ea typeface="Arial"/>
                <a:cs typeface="Arial"/>
              </a:defRPr>
            </a:pPr>
            <a:r>
              <a:rPr sz="2250" b="0">
                <a:solidFill>
                  <a:srgbClr val="11161D"/>
                </a:solidFill>
                <a:latin typeface="Arial"/>
                <a:ea typeface="Arial"/>
                <a:cs typeface="Arial"/>
              </a:rPr>
              <a:t>Unreliable internet</a:t>
            </a:r>
          </a:p>
        </p:txBody>
      </p:sp>
      <p:sp>
        <p:nvSpPr>
          <p:cNvPr id="6" name="Students and visitors need one place to look.">
            <a:extLst xmlns:a="http://schemas.openxmlformats.org/drawingml/2006/main">
              <a:ext uri="{FF2B5EF4-FFF2-40B4-BE49-F238E27FC236}">
                <a16:creationId xmlns:a16="http://schemas.microsoft.com/office/drawing/2014/main" id="{A1BE9CB4-3215-4B33-96AE-FD0723F87AC6}"/>
              </a:ext>
            </a:extLst>
          </p:cNvPr>
          <p:cNvSpPr>
            <a:spLocks xmlns:a="http://schemas.openxmlformats.org/drawingml/2006/main" noGrp="1"/>
          </p:cNvSpPr>
          <p:nvPr/>
        </p:nvSpPr>
        <p:spPr>
          <a:xfrm xmlns:a="http://schemas.openxmlformats.org/drawingml/2006/main">
            <a:off x="704850" y="46291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Students and visitors need one place to look.</a:t>
            </a:r>
          </a:p>
        </p:txBody>
      </p:sp>
      <p:sp>
        <p:nvSpPr>
          <p:cNvPr id="7" name="Missing today: a saved schedule linked to rooms and directio">
            <a:extLst xmlns:a="http://schemas.openxmlformats.org/drawingml/2006/main">
              <a:ext uri="{FF2B5EF4-FFF2-40B4-BE49-F238E27FC236}">
                <a16:creationId xmlns:a16="http://schemas.microsoft.com/office/drawing/2014/main" id="{0053F77F-5D8F-405C-A266-CC8008CC1168}"/>
              </a:ext>
            </a:extLst>
          </p:cNvPr>
          <p:cNvSpPr>
            <a:spLocks xmlns:a="http://schemas.openxmlformats.org/drawingml/2006/main" noGrp="1"/>
          </p:cNvSpPr>
          <p:nvPr/>
        </p:nvSpPr>
        <p:spPr>
          <a:xfrm xmlns:a="http://schemas.openxmlformats.org/drawingml/2006/main">
            <a:off x="704850" y="53721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1161D"/>
                </a:solidFill>
                <a:latin typeface="Arial"/>
                <a:ea typeface="Arial"/>
                <a:cs typeface="Arial"/>
              </a:defRPr>
            </a:defPPr>
            <a:lvl1pPr>
              <a:defRPr sz="2100" b="0">
                <a:solidFill>
                  <a:srgbClr val="11161D"/>
                </a:solidFill>
                <a:latin typeface="Arial"/>
                <a:ea typeface="Arial"/>
                <a:cs typeface="Arial"/>
              </a:defRPr>
            </a:lvl1pPr>
            <a:lvl2pPr>
              <a:defRPr sz="2100" b="0">
                <a:solidFill>
                  <a:srgbClr val="11161D"/>
                </a:solidFill>
                <a:latin typeface="Arial"/>
                <a:ea typeface="Arial"/>
                <a:cs typeface="Arial"/>
              </a:defRPr>
            </a:lvl2pPr>
            <a:lvl3pPr>
              <a:defRPr sz="2100" b="0">
                <a:solidFill>
                  <a:srgbClr val="11161D"/>
                </a:solidFill>
                <a:latin typeface="Arial"/>
                <a:ea typeface="Arial"/>
                <a:cs typeface="Arial"/>
              </a:defRPr>
            </a:lvl3pPr>
            <a:lvl4pPr>
              <a:defRPr sz="2100" b="0">
                <a:solidFill>
                  <a:srgbClr val="11161D"/>
                </a:solidFill>
                <a:latin typeface="Arial"/>
                <a:ea typeface="Arial"/>
                <a:cs typeface="Arial"/>
              </a:defRPr>
            </a:lvl4pPr>
            <a:lvl5pPr>
              <a:defRPr sz="2100" b="0">
                <a:solidFill>
                  <a:srgbClr val="11161D"/>
                </a:solidFill>
                <a:latin typeface="Arial"/>
                <a:ea typeface="Arial"/>
                <a:cs typeface="Arial"/>
              </a:defRPr>
            </a:lvl5pPr>
            <a:lvl6pPr>
              <a:defRPr sz="2100" b="0">
                <a:solidFill>
                  <a:srgbClr val="11161D"/>
                </a:solidFill>
                <a:latin typeface="Arial"/>
                <a:ea typeface="Arial"/>
                <a:cs typeface="Arial"/>
              </a:defRPr>
            </a:lvl6pPr>
            <a:lvl7pPr>
              <a:defRPr sz="2100" b="0">
                <a:solidFill>
                  <a:srgbClr val="11161D"/>
                </a:solidFill>
                <a:latin typeface="Arial"/>
                <a:ea typeface="Arial"/>
                <a:cs typeface="Arial"/>
              </a:defRPr>
            </a:lvl7pPr>
            <a:lvl8pPr>
              <a:defRPr sz="2100" b="0">
                <a:solidFill>
                  <a:srgbClr val="11161D"/>
                </a:solidFill>
                <a:latin typeface="Arial"/>
                <a:ea typeface="Arial"/>
                <a:cs typeface="Arial"/>
              </a:defRPr>
            </a:lvl8pPr>
            <a:lvl9pPr>
              <a:defRPr sz="2100" b="0">
                <a:solidFill>
                  <a:srgbClr val="11161D"/>
                </a:solidFill>
                <a:latin typeface="Arial"/>
                <a:ea typeface="Arial"/>
                <a:cs typeface="Arial"/>
              </a:defRPr>
            </a:lvl9pPr>
          </a:lstStyle>
          <a:p xmlns:a="http://schemas.openxmlformats.org/drawingml/2006/main">
            <a:pPr>
              <a:defRPr sz="2100" b="0">
                <a:solidFill>
                  <a:srgbClr val="11161D"/>
                </a:solidFill>
                <a:latin typeface="Arial"/>
                <a:ea typeface="Arial"/>
                <a:cs typeface="Arial"/>
              </a:defRPr>
            </a:pPr>
            <a:r>
              <a:rPr sz="2100" b="0">
                <a:solidFill>
                  <a:srgbClr val="11161D"/>
                </a:solidFill>
                <a:latin typeface="Arial"/>
                <a:ea typeface="Arial"/>
                <a:cs typeface="Arial"/>
              </a:rPr>
              <a:t>Missing today: a saved schedule linked to rooms and directions.</a:t>
            </a:r>
          </a:p>
        </p:txBody>
      </p:sp>
    </p:spTree>
    <p:extLst>
      <p:ext uri="{BB962C8B-B14F-4D97-AF65-F5344CB8AC3E}">
        <p14:creationId xmlns:p14="http://schemas.microsoft.com/office/powerpoint/2010/main" val="667938959"/>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5" name="What we built">
            <a:extLst xmlns:a="http://schemas.openxmlformats.org/drawingml/2006/main">
              <a:ext uri="{FF2B5EF4-FFF2-40B4-BE49-F238E27FC236}">
                <a16:creationId xmlns:a16="http://schemas.microsoft.com/office/drawing/2014/main" id="{363B424D-8015-4FF8-AD15-3FD63837977B}"/>
              </a:ext>
            </a:extLst>
          </p:cNvPr>
          <p:cNvSpPr>
            <a:spLocks xmlns:a="http://schemas.openxmlformats.org/drawingml/2006/main" noGrp="1"/>
          </p:cNvSpPr>
          <p:nvPr/>
        </p:nvSpPr>
        <p:spPr>
          <a:xfrm xmlns:a="http://schemas.openxmlformats.org/drawingml/2006/main">
            <a:off x="628650" y="5524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11161D"/>
                </a:solidFill>
                <a:latin typeface="Arial"/>
                <a:ea typeface="Arial"/>
                <a:cs typeface="Arial"/>
              </a:defRPr>
            </a:defPPr>
            <a:lvl1pPr>
              <a:defRPr sz="4275" b="1">
                <a:solidFill>
                  <a:srgbClr val="11161D"/>
                </a:solidFill>
                <a:latin typeface="Arial"/>
                <a:ea typeface="Arial"/>
                <a:cs typeface="Arial"/>
              </a:defRPr>
            </a:lvl1pPr>
            <a:lvl2pPr>
              <a:defRPr sz="4275" b="1">
                <a:solidFill>
                  <a:srgbClr val="11161D"/>
                </a:solidFill>
                <a:latin typeface="Arial"/>
                <a:ea typeface="Arial"/>
                <a:cs typeface="Arial"/>
              </a:defRPr>
            </a:lvl2pPr>
            <a:lvl3pPr>
              <a:defRPr sz="4275" b="1">
                <a:solidFill>
                  <a:srgbClr val="11161D"/>
                </a:solidFill>
                <a:latin typeface="Arial"/>
                <a:ea typeface="Arial"/>
                <a:cs typeface="Arial"/>
              </a:defRPr>
            </a:lvl3pPr>
            <a:lvl4pPr>
              <a:defRPr sz="4275" b="1">
                <a:solidFill>
                  <a:srgbClr val="11161D"/>
                </a:solidFill>
                <a:latin typeface="Arial"/>
                <a:ea typeface="Arial"/>
                <a:cs typeface="Arial"/>
              </a:defRPr>
            </a:lvl4pPr>
            <a:lvl5pPr>
              <a:defRPr sz="4275" b="1">
                <a:solidFill>
                  <a:srgbClr val="11161D"/>
                </a:solidFill>
                <a:latin typeface="Arial"/>
                <a:ea typeface="Arial"/>
                <a:cs typeface="Arial"/>
              </a:defRPr>
            </a:lvl5pPr>
            <a:lvl6pPr>
              <a:defRPr sz="4275" b="1">
                <a:solidFill>
                  <a:srgbClr val="11161D"/>
                </a:solidFill>
                <a:latin typeface="Arial"/>
                <a:ea typeface="Arial"/>
                <a:cs typeface="Arial"/>
              </a:defRPr>
            </a:lvl6pPr>
            <a:lvl7pPr>
              <a:defRPr sz="4275" b="1">
                <a:solidFill>
                  <a:srgbClr val="11161D"/>
                </a:solidFill>
                <a:latin typeface="Arial"/>
                <a:ea typeface="Arial"/>
                <a:cs typeface="Arial"/>
              </a:defRPr>
            </a:lvl7pPr>
            <a:lvl8pPr>
              <a:defRPr sz="4275" b="1">
                <a:solidFill>
                  <a:srgbClr val="11161D"/>
                </a:solidFill>
                <a:latin typeface="Arial"/>
                <a:ea typeface="Arial"/>
                <a:cs typeface="Arial"/>
              </a:defRPr>
            </a:lvl8pPr>
            <a:lvl9pPr>
              <a:defRPr sz="4275" b="1">
                <a:solidFill>
                  <a:srgbClr val="11161D"/>
                </a:solidFill>
                <a:latin typeface="Arial"/>
                <a:ea typeface="Arial"/>
                <a:cs typeface="Arial"/>
              </a:defRPr>
            </a:lvl9pPr>
          </a:lstStyle>
          <a:p xmlns:a="http://schemas.openxmlformats.org/drawingml/2006/main">
            <a:pPr>
              <a:defRPr sz="4275" b="1">
                <a:solidFill>
                  <a:srgbClr val="11161D"/>
                </a:solidFill>
                <a:latin typeface="Arial"/>
                <a:ea typeface="Arial"/>
                <a:cs typeface="Arial"/>
              </a:defRPr>
            </a:pPr>
            <a:r>
              <a:rPr sz="4275" b="1">
                <a:solidFill>
                  <a:srgbClr val="11161D"/>
                </a:solidFill>
                <a:latin typeface="Arial"/>
                <a:ea typeface="Arial"/>
                <a:cs typeface="Arial"/>
              </a:rPr>
              <a:t>What we built</a:t>
            </a:r>
          </a:p>
        </p:txBody>
      </p:sp>
      <p:sp>
        <p:nvSpPr>
          <p:cNvPr id="2" name="CRYSTALX / BUILD 2026">
            <a:extLst xmlns:a="http://schemas.openxmlformats.org/drawingml/2006/main">
              <a:ext uri="{FF2B5EF4-FFF2-40B4-BE49-F238E27FC236}">
                <a16:creationId xmlns:a16="http://schemas.microsoft.com/office/drawing/2014/main" id="{D0A9025B-6A63-4D38-8232-1F4BE83DF636}"/>
              </a:ext>
            </a:extLst>
          </p:cNvPr>
          <p:cNvSpPr>
            <a:spLocks xmlns:a="http://schemas.openxmlformats.org/drawingml/2006/main" noGrp="1"/>
          </p:cNvSpPr>
          <p:nvPr/>
        </p:nvSpPr>
        <p:spPr>
          <a:xfrm xmlns:a="http://schemas.openxmlformats.org/drawingml/2006/main">
            <a:off x="685800" y="6372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11161D"/>
                </a:solidFill>
                <a:latin typeface="Arial"/>
                <a:ea typeface="Arial"/>
                <a:cs typeface="Arial"/>
              </a:defRPr>
            </a:defPPr>
            <a:lvl1pPr>
              <a:defRPr sz="1200" b="0">
                <a:solidFill>
                  <a:srgbClr val="11161D"/>
                </a:solidFill>
                <a:latin typeface="Arial"/>
                <a:ea typeface="Arial"/>
                <a:cs typeface="Arial"/>
              </a:defRPr>
            </a:lvl1pPr>
            <a:lvl2pPr>
              <a:defRPr sz="1200" b="0">
                <a:solidFill>
                  <a:srgbClr val="11161D"/>
                </a:solidFill>
                <a:latin typeface="Arial"/>
                <a:ea typeface="Arial"/>
                <a:cs typeface="Arial"/>
              </a:defRPr>
            </a:lvl2pPr>
            <a:lvl3pPr>
              <a:defRPr sz="1200" b="0">
                <a:solidFill>
                  <a:srgbClr val="11161D"/>
                </a:solidFill>
                <a:latin typeface="Arial"/>
                <a:ea typeface="Arial"/>
                <a:cs typeface="Arial"/>
              </a:defRPr>
            </a:lvl3pPr>
            <a:lvl4pPr>
              <a:defRPr sz="1200" b="0">
                <a:solidFill>
                  <a:srgbClr val="11161D"/>
                </a:solidFill>
                <a:latin typeface="Arial"/>
                <a:ea typeface="Arial"/>
                <a:cs typeface="Arial"/>
              </a:defRPr>
            </a:lvl4pPr>
            <a:lvl5pPr>
              <a:defRPr sz="1200" b="0">
                <a:solidFill>
                  <a:srgbClr val="11161D"/>
                </a:solidFill>
                <a:latin typeface="Arial"/>
                <a:ea typeface="Arial"/>
                <a:cs typeface="Arial"/>
              </a:defRPr>
            </a:lvl5pPr>
            <a:lvl6pPr>
              <a:defRPr sz="1200" b="0">
                <a:solidFill>
                  <a:srgbClr val="11161D"/>
                </a:solidFill>
                <a:latin typeface="Arial"/>
                <a:ea typeface="Arial"/>
                <a:cs typeface="Arial"/>
              </a:defRPr>
            </a:lvl6pPr>
            <a:lvl7pPr>
              <a:defRPr sz="1200" b="0">
                <a:solidFill>
                  <a:srgbClr val="11161D"/>
                </a:solidFill>
                <a:latin typeface="Arial"/>
                <a:ea typeface="Arial"/>
                <a:cs typeface="Arial"/>
              </a:defRPr>
            </a:lvl7pPr>
            <a:lvl8pPr>
              <a:defRPr sz="1200" b="0">
                <a:solidFill>
                  <a:srgbClr val="11161D"/>
                </a:solidFill>
                <a:latin typeface="Arial"/>
                <a:ea typeface="Arial"/>
                <a:cs typeface="Arial"/>
              </a:defRPr>
            </a:lvl8pPr>
            <a:lvl9pPr>
              <a:defRPr sz="1200" b="0">
                <a:solidFill>
                  <a:srgbClr val="11161D"/>
                </a:solidFill>
                <a:latin typeface="Arial"/>
                <a:ea typeface="Arial"/>
                <a:cs typeface="Arial"/>
              </a:defRPr>
            </a:lvl9pPr>
          </a:lstStyle>
          <a:p xmlns:a="http://schemas.openxmlformats.org/drawingml/2006/main">
            <a:pPr>
              <a:defRPr sz="1200" b="0">
                <a:solidFill>
                  <a:srgbClr val="11161D"/>
                </a:solidFill>
                <a:latin typeface="Arial"/>
                <a:ea typeface="Arial"/>
                <a:cs typeface="Arial"/>
              </a:defRPr>
            </a:pPr>
            <a:r>
              <a:rPr sz="1200" b="0">
                <a:solidFill>
                  <a:srgbClr val="11161D"/>
                </a:solidFill>
                <a:latin typeface="Arial"/>
                <a:ea typeface="Arial"/>
                <a:cs typeface="Arial"/>
              </a:rPr>
              <a:t>CRYSTALX / BUILD 2026</a:t>
            </a:r>
          </a:p>
        </p:txBody>
      </p:sp>
      <p:sp>
        <p:nvSpPr>
          <p:cNvPr id="3" name="03">
            <a:extLst xmlns:a="http://schemas.openxmlformats.org/drawingml/2006/main">
              <a:ext uri="{FF2B5EF4-FFF2-40B4-BE49-F238E27FC236}">
                <a16:creationId xmlns:a16="http://schemas.microsoft.com/office/drawing/2014/main" id="{78385ACC-2175-4C93-A133-ACE07B8D85AA}"/>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03</a:t>
            </a:r>
          </a:p>
        </p:txBody>
      </p:sp>
      <p:sp>
        <p:nvSpPr>
          <p:cNvPr id="4" name="Ask or scan">
            <a:extLst xmlns:a="http://schemas.openxmlformats.org/drawingml/2006/main">
              <a:ext uri="{FF2B5EF4-FFF2-40B4-BE49-F238E27FC236}">
                <a16:creationId xmlns:a16="http://schemas.microsoft.com/office/drawing/2014/main" id="{9DC9015D-088D-4EBC-94CF-00CDF6228B82}"/>
              </a:ext>
            </a:extLst>
          </p:cNvPr>
          <p:cNvSpPr>
            <a:spLocks xmlns:a="http://schemas.openxmlformats.org/drawingml/2006/main" noGrp="1"/>
          </p:cNvSpPr>
          <p:nvPr/>
        </p:nvSpPr>
        <p:spPr>
          <a:xfrm xmlns:a="http://schemas.openxmlformats.org/drawingml/2006/main">
            <a:off x="704850" y="1733550"/>
            <a:ext cx="333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1161D"/>
                </a:solidFill>
                <a:latin typeface="Arial"/>
                <a:ea typeface="Arial"/>
                <a:cs typeface="Arial"/>
              </a:defRPr>
            </a:defPPr>
            <a:lvl1pPr>
              <a:defRPr sz="2775" b="1">
                <a:solidFill>
                  <a:srgbClr val="11161D"/>
                </a:solidFill>
                <a:latin typeface="Arial"/>
                <a:ea typeface="Arial"/>
                <a:cs typeface="Arial"/>
              </a:defRPr>
            </a:lvl1pPr>
            <a:lvl2pPr>
              <a:defRPr sz="2775" b="1">
                <a:solidFill>
                  <a:srgbClr val="11161D"/>
                </a:solidFill>
                <a:latin typeface="Arial"/>
                <a:ea typeface="Arial"/>
                <a:cs typeface="Arial"/>
              </a:defRPr>
            </a:lvl2pPr>
            <a:lvl3pPr>
              <a:defRPr sz="2775" b="1">
                <a:solidFill>
                  <a:srgbClr val="11161D"/>
                </a:solidFill>
                <a:latin typeface="Arial"/>
                <a:ea typeface="Arial"/>
                <a:cs typeface="Arial"/>
              </a:defRPr>
            </a:lvl3pPr>
            <a:lvl4pPr>
              <a:defRPr sz="2775" b="1">
                <a:solidFill>
                  <a:srgbClr val="11161D"/>
                </a:solidFill>
                <a:latin typeface="Arial"/>
                <a:ea typeface="Arial"/>
                <a:cs typeface="Arial"/>
              </a:defRPr>
            </a:lvl4pPr>
            <a:lvl5pPr>
              <a:defRPr sz="2775" b="1">
                <a:solidFill>
                  <a:srgbClr val="11161D"/>
                </a:solidFill>
                <a:latin typeface="Arial"/>
                <a:ea typeface="Arial"/>
                <a:cs typeface="Arial"/>
              </a:defRPr>
            </a:lvl5pPr>
            <a:lvl6pPr>
              <a:defRPr sz="2775" b="1">
                <a:solidFill>
                  <a:srgbClr val="11161D"/>
                </a:solidFill>
                <a:latin typeface="Arial"/>
                <a:ea typeface="Arial"/>
                <a:cs typeface="Arial"/>
              </a:defRPr>
            </a:lvl6pPr>
            <a:lvl7pPr>
              <a:defRPr sz="2775" b="1">
                <a:solidFill>
                  <a:srgbClr val="11161D"/>
                </a:solidFill>
                <a:latin typeface="Arial"/>
                <a:ea typeface="Arial"/>
                <a:cs typeface="Arial"/>
              </a:defRPr>
            </a:lvl7pPr>
            <a:lvl8pPr>
              <a:defRPr sz="2775" b="1">
                <a:solidFill>
                  <a:srgbClr val="11161D"/>
                </a:solidFill>
                <a:latin typeface="Arial"/>
                <a:ea typeface="Arial"/>
                <a:cs typeface="Arial"/>
              </a:defRPr>
            </a:lvl8pPr>
            <a:lvl9pPr>
              <a:defRPr sz="2775" b="1">
                <a:solidFill>
                  <a:srgbClr val="11161D"/>
                </a:solidFill>
                <a:latin typeface="Arial"/>
                <a:ea typeface="Arial"/>
                <a:cs typeface="Arial"/>
              </a:defRPr>
            </a:lvl9pPr>
          </a:lstStyle>
          <a:p xmlns:a="http://schemas.openxmlformats.org/drawingml/2006/main">
            <a:pPr>
              <a:defRPr sz="2775" b="1">
                <a:solidFill>
                  <a:srgbClr val="11161D"/>
                </a:solidFill>
                <a:latin typeface="Arial"/>
                <a:ea typeface="Arial"/>
                <a:cs typeface="Arial"/>
              </a:defRPr>
            </a:pPr>
            <a:r>
              <a:rPr sz="2775" b="1">
                <a:solidFill>
                  <a:srgbClr val="11161D"/>
                </a:solidFill>
                <a:latin typeface="Arial"/>
                <a:ea typeface="Arial"/>
                <a:cs typeface="Arial"/>
              </a:rPr>
              <a:t>Ask or scan</a:t>
            </a:r>
          </a:p>
        </p:txBody>
      </p:sp>
      <p:sp>
        <p:nvSpPr>
          <p:cNvPr id="5" name="Voice, text or&#10;a timetable image">
            <a:extLst xmlns:a="http://schemas.openxmlformats.org/drawingml/2006/main">
              <a:ext uri="{FF2B5EF4-FFF2-40B4-BE49-F238E27FC236}">
                <a16:creationId xmlns:a16="http://schemas.microsoft.com/office/drawing/2014/main" id="{AE041C0A-BD78-49D2-AD13-4DF19AC9908F}"/>
              </a:ext>
            </a:extLst>
          </p:cNvPr>
          <p:cNvSpPr>
            <a:spLocks xmlns:a="http://schemas.openxmlformats.org/drawingml/2006/main" noGrp="1"/>
          </p:cNvSpPr>
          <p:nvPr/>
        </p:nvSpPr>
        <p:spPr>
          <a:xfrm xmlns:a="http://schemas.openxmlformats.org/drawingml/2006/main">
            <a:off x="704850" y="24098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35D6B"/>
                </a:solidFill>
                <a:latin typeface="Arial"/>
                <a:ea typeface="Arial"/>
                <a:cs typeface="Arial"/>
              </a:defRPr>
            </a:defPPr>
            <a:lvl1pPr>
              <a:defRPr sz="2175" b="0">
                <a:solidFill>
                  <a:srgbClr val="535D6B"/>
                </a:solidFill>
                <a:latin typeface="Arial"/>
                <a:ea typeface="Arial"/>
                <a:cs typeface="Arial"/>
              </a:defRPr>
            </a:lvl1pPr>
            <a:lvl2pPr>
              <a:defRPr sz="2175" b="0">
                <a:solidFill>
                  <a:srgbClr val="535D6B"/>
                </a:solidFill>
                <a:latin typeface="Arial"/>
                <a:ea typeface="Arial"/>
                <a:cs typeface="Arial"/>
              </a:defRPr>
            </a:lvl2pPr>
            <a:lvl3pPr>
              <a:defRPr sz="2175" b="0">
                <a:solidFill>
                  <a:srgbClr val="535D6B"/>
                </a:solidFill>
                <a:latin typeface="Arial"/>
                <a:ea typeface="Arial"/>
                <a:cs typeface="Arial"/>
              </a:defRPr>
            </a:lvl3pPr>
            <a:lvl4pPr>
              <a:defRPr sz="2175" b="0">
                <a:solidFill>
                  <a:srgbClr val="535D6B"/>
                </a:solidFill>
                <a:latin typeface="Arial"/>
                <a:ea typeface="Arial"/>
                <a:cs typeface="Arial"/>
              </a:defRPr>
            </a:lvl4pPr>
            <a:lvl5pPr>
              <a:defRPr sz="2175" b="0">
                <a:solidFill>
                  <a:srgbClr val="535D6B"/>
                </a:solidFill>
                <a:latin typeface="Arial"/>
                <a:ea typeface="Arial"/>
                <a:cs typeface="Arial"/>
              </a:defRPr>
            </a:lvl5pPr>
            <a:lvl6pPr>
              <a:defRPr sz="2175" b="0">
                <a:solidFill>
                  <a:srgbClr val="535D6B"/>
                </a:solidFill>
                <a:latin typeface="Arial"/>
                <a:ea typeface="Arial"/>
                <a:cs typeface="Arial"/>
              </a:defRPr>
            </a:lvl6pPr>
            <a:lvl7pPr>
              <a:defRPr sz="2175" b="0">
                <a:solidFill>
                  <a:srgbClr val="535D6B"/>
                </a:solidFill>
                <a:latin typeface="Arial"/>
                <a:ea typeface="Arial"/>
                <a:cs typeface="Arial"/>
              </a:defRPr>
            </a:lvl7pPr>
            <a:lvl8pPr>
              <a:defRPr sz="2175" b="0">
                <a:solidFill>
                  <a:srgbClr val="535D6B"/>
                </a:solidFill>
                <a:latin typeface="Arial"/>
                <a:ea typeface="Arial"/>
                <a:cs typeface="Arial"/>
              </a:defRPr>
            </a:lvl8pPr>
            <a:lvl9pPr>
              <a:defRPr sz="2175" b="0">
                <a:solidFill>
                  <a:srgbClr val="535D6B"/>
                </a:solidFill>
                <a:latin typeface="Arial"/>
                <a:ea typeface="Arial"/>
                <a:cs typeface="Arial"/>
              </a:defRPr>
            </a:lvl9pPr>
          </a:lstStyle>
          <a:p xmlns:a="http://schemas.openxmlformats.org/drawingml/2006/main">
            <a:pPr>
              <a:defRPr sz="2175" b="0">
                <a:solidFill>
                  <a:srgbClr val="535D6B"/>
                </a:solidFill>
                <a:latin typeface="Arial"/>
                <a:ea typeface="Arial"/>
                <a:cs typeface="Arial"/>
              </a:defRPr>
            </a:pPr>
            <a:r>
              <a:rPr sz="2175" b="0">
                <a:solidFill>
                  <a:srgbClr val="535D6B"/>
                </a:solidFill>
                <a:latin typeface="Arial"/>
                <a:ea typeface="Arial"/>
                <a:cs typeface="Arial"/>
              </a:rPr>
              <a:t>Voice, text or</a:t>
            </a:r>
          </a:p>
          <a:p xmlns:a="http://schemas.openxmlformats.org/drawingml/2006/main">
            <a:pPr>
              <a:defRPr sz="2175" b="0">
                <a:solidFill>
                  <a:srgbClr val="535D6B"/>
                </a:solidFill>
                <a:latin typeface="Arial"/>
                <a:ea typeface="Arial"/>
                <a:cs typeface="Arial"/>
              </a:defRPr>
            </a:pPr>
            <a:r>
              <a:rPr sz="2175" b="0">
                <a:solidFill>
                  <a:srgbClr val="535D6B"/>
                </a:solidFill>
                <a:latin typeface="Arial"/>
                <a:ea typeface="Arial"/>
                <a:cs typeface="Arial"/>
              </a:rPr>
              <a:t>a timetable image</a:t>
            </a:r>
          </a:p>
        </p:txBody>
      </p:sp>
      <p:sp>
        <p:nvSpPr>
          <p:cNvPr id="6" name="Use campus context">
            <a:extLst xmlns:a="http://schemas.openxmlformats.org/drawingml/2006/main">
              <a:ext uri="{FF2B5EF4-FFF2-40B4-BE49-F238E27FC236}">
                <a16:creationId xmlns:a16="http://schemas.microsoft.com/office/drawing/2014/main" id="{60293AAE-1998-4312-B644-FC8F8FA0B9C1}"/>
              </a:ext>
            </a:extLst>
          </p:cNvPr>
          <p:cNvSpPr>
            <a:spLocks xmlns:a="http://schemas.openxmlformats.org/drawingml/2006/main" noGrp="1"/>
          </p:cNvSpPr>
          <p:nvPr/>
        </p:nvSpPr>
        <p:spPr>
          <a:xfrm xmlns:a="http://schemas.openxmlformats.org/drawingml/2006/main">
            <a:off x="4476750" y="1733550"/>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1161D"/>
                </a:solidFill>
                <a:latin typeface="Arial"/>
                <a:ea typeface="Arial"/>
                <a:cs typeface="Arial"/>
              </a:defRPr>
            </a:defPPr>
            <a:lvl1pPr>
              <a:defRPr sz="2775" b="1">
                <a:solidFill>
                  <a:srgbClr val="11161D"/>
                </a:solidFill>
                <a:latin typeface="Arial"/>
                <a:ea typeface="Arial"/>
                <a:cs typeface="Arial"/>
              </a:defRPr>
            </a:lvl1pPr>
            <a:lvl2pPr>
              <a:defRPr sz="2775" b="1">
                <a:solidFill>
                  <a:srgbClr val="11161D"/>
                </a:solidFill>
                <a:latin typeface="Arial"/>
                <a:ea typeface="Arial"/>
                <a:cs typeface="Arial"/>
              </a:defRPr>
            </a:lvl2pPr>
            <a:lvl3pPr>
              <a:defRPr sz="2775" b="1">
                <a:solidFill>
                  <a:srgbClr val="11161D"/>
                </a:solidFill>
                <a:latin typeface="Arial"/>
                <a:ea typeface="Arial"/>
                <a:cs typeface="Arial"/>
              </a:defRPr>
            </a:lvl3pPr>
            <a:lvl4pPr>
              <a:defRPr sz="2775" b="1">
                <a:solidFill>
                  <a:srgbClr val="11161D"/>
                </a:solidFill>
                <a:latin typeface="Arial"/>
                <a:ea typeface="Arial"/>
                <a:cs typeface="Arial"/>
              </a:defRPr>
            </a:lvl4pPr>
            <a:lvl5pPr>
              <a:defRPr sz="2775" b="1">
                <a:solidFill>
                  <a:srgbClr val="11161D"/>
                </a:solidFill>
                <a:latin typeface="Arial"/>
                <a:ea typeface="Arial"/>
                <a:cs typeface="Arial"/>
              </a:defRPr>
            </a:lvl5pPr>
            <a:lvl6pPr>
              <a:defRPr sz="2775" b="1">
                <a:solidFill>
                  <a:srgbClr val="11161D"/>
                </a:solidFill>
                <a:latin typeface="Arial"/>
                <a:ea typeface="Arial"/>
                <a:cs typeface="Arial"/>
              </a:defRPr>
            </a:lvl6pPr>
            <a:lvl7pPr>
              <a:defRPr sz="2775" b="1">
                <a:solidFill>
                  <a:srgbClr val="11161D"/>
                </a:solidFill>
                <a:latin typeface="Arial"/>
                <a:ea typeface="Arial"/>
                <a:cs typeface="Arial"/>
              </a:defRPr>
            </a:lvl7pPr>
            <a:lvl8pPr>
              <a:defRPr sz="2775" b="1">
                <a:solidFill>
                  <a:srgbClr val="11161D"/>
                </a:solidFill>
                <a:latin typeface="Arial"/>
                <a:ea typeface="Arial"/>
                <a:cs typeface="Arial"/>
              </a:defRPr>
            </a:lvl8pPr>
            <a:lvl9pPr>
              <a:defRPr sz="2775" b="1">
                <a:solidFill>
                  <a:srgbClr val="11161D"/>
                </a:solidFill>
                <a:latin typeface="Arial"/>
                <a:ea typeface="Arial"/>
                <a:cs typeface="Arial"/>
              </a:defRPr>
            </a:lvl9pPr>
          </a:lstStyle>
          <a:p xmlns:a="http://schemas.openxmlformats.org/drawingml/2006/main">
            <a:pPr>
              <a:defRPr sz="2775" b="1">
                <a:solidFill>
                  <a:srgbClr val="11161D"/>
                </a:solidFill>
                <a:latin typeface="Arial"/>
                <a:ea typeface="Arial"/>
                <a:cs typeface="Arial"/>
              </a:defRPr>
            </a:pPr>
            <a:r>
              <a:rPr sz="2775" b="1">
                <a:solidFill>
                  <a:srgbClr val="11161D"/>
                </a:solidFill>
                <a:latin typeface="Arial"/>
                <a:ea typeface="Arial"/>
                <a:cs typeface="Arial"/>
              </a:rPr>
              <a:t>Use campus context</a:t>
            </a:r>
          </a:p>
        </p:txBody>
      </p:sp>
      <p:sp>
        <p:nvSpPr>
          <p:cNvPr id="7" name="Saved schedules + rooms&#10;AI when needed">
            <a:extLst xmlns:a="http://schemas.openxmlformats.org/drawingml/2006/main">
              <a:ext uri="{FF2B5EF4-FFF2-40B4-BE49-F238E27FC236}">
                <a16:creationId xmlns:a16="http://schemas.microsoft.com/office/drawing/2014/main" id="{B01421C7-3AFF-4178-8700-2B7398267915}"/>
              </a:ext>
            </a:extLst>
          </p:cNvPr>
          <p:cNvSpPr>
            <a:spLocks xmlns:a="http://schemas.openxmlformats.org/drawingml/2006/main" noGrp="1"/>
          </p:cNvSpPr>
          <p:nvPr/>
        </p:nvSpPr>
        <p:spPr>
          <a:xfrm xmlns:a="http://schemas.openxmlformats.org/drawingml/2006/main">
            <a:off x="4476750" y="24098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35D6B"/>
                </a:solidFill>
                <a:latin typeface="Arial"/>
                <a:ea typeface="Arial"/>
                <a:cs typeface="Arial"/>
              </a:defRPr>
            </a:defPPr>
            <a:lvl1pPr>
              <a:defRPr sz="2175" b="0">
                <a:solidFill>
                  <a:srgbClr val="535D6B"/>
                </a:solidFill>
                <a:latin typeface="Arial"/>
                <a:ea typeface="Arial"/>
                <a:cs typeface="Arial"/>
              </a:defRPr>
            </a:lvl1pPr>
            <a:lvl2pPr>
              <a:defRPr sz="2175" b="0">
                <a:solidFill>
                  <a:srgbClr val="535D6B"/>
                </a:solidFill>
                <a:latin typeface="Arial"/>
                <a:ea typeface="Arial"/>
                <a:cs typeface="Arial"/>
              </a:defRPr>
            </a:lvl2pPr>
            <a:lvl3pPr>
              <a:defRPr sz="2175" b="0">
                <a:solidFill>
                  <a:srgbClr val="535D6B"/>
                </a:solidFill>
                <a:latin typeface="Arial"/>
                <a:ea typeface="Arial"/>
                <a:cs typeface="Arial"/>
              </a:defRPr>
            </a:lvl3pPr>
            <a:lvl4pPr>
              <a:defRPr sz="2175" b="0">
                <a:solidFill>
                  <a:srgbClr val="535D6B"/>
                </a:solidFill>
                <a:latin typeface="Arial"/>
                <a:ea typeface="Arial"/>
                <a:cs typeface="Arial"/>
              </a:defRPr>
            </a:lvl4pPr>
            <a:lvl5pPr>
              <a:defRPr sz="2175" b="0">
                <a:solidFill>
                  <a:srgbClr val="535D6B"/>
                </a:solidFill>
                <a:latin typeface="Arial"/>
                <a:ea typeface="Arial"/>
                <a:cs typeface="Arial"/>
              </a:defRPr>
            </a:lvl5pPr>
            <a:lvl6pPr>
              <a:defRPr sz="2175" b="0">
                <a:solidFill>
                  <a:srgbClr val="535D6B"/>
                </a:solidFill>
                <a:latin typeface="Arial"/>
                <a:ea typeface="Arial"/>
                <a:cs typeface="Arial"/>
              </a:defRPr>
            </a:lvl6pPr>
            <a:lvl7pPr>
              <a:defRPr sz="2175" b="0">
                <a:solidFill>
                  <a:srgbClr val="535D6B"/>
                </a:solidFill>
                <a:latin typeface="Arial"/>
                <a:ea typeface="Arial"/>
                <a:cs typeface="Arial"/>
              </a:defRPr>
            </a:lvl7pPr>
            <a:lvl8pPr>
              <a:defRPr sz="2175" b="0">
                <a:solidFill>
                  <a:srgbClr val="535D6B"/>
                </a:solidFill>
                <a:latin typeface="Arial"/>
                <a:ea typeface="Arial"/>
                <a:cs typeface="Arial"/>
              </a:defRPr>
            </a:lvl8pPr>
            <a:lvl9pPr>
              <a:defRPr sz="2175" b="0">
                <a:solidFill>
                  <a:srgbClr val="535D6B"/>
                </a:solidFill>
                <a:latin typeface="Arial"/>
                <a:ea typeface="Arial"/>
                <a:cs typeface="Arial"/>
              </a:defRPr>
            </a:lvl9pPr>
          </a:lstStyle>
          <a:p xmlns:a="http://schemas.openxmlformats.org/drawingml/2006/main">
            <a:pPr>
              <a:defRPr sz="2175" b="0">
                <a:solidFill>
                  <a:srgbClr val="535D6B"/>
                </a:solidFill>
                <a:latin typeface="Arial"/>
                <a:ea typeface="Arial"/>
                <a:cs typeface="Arial"/>
              </a:defRPr>
            </a:pPr>
            <a:r>
              <a:rPr sz="2175" b="0">
                <a:solidFill>
                  <a:srgbClr val="535D6B"/>
                </a:solidFill>
                <a:latin typeface="Arial"/>
                <a:ea typeface="Arial"/>
                <a:cs typeface="Arial"/>
              </a:rPr>
              <a:t>Saved schedules + rooms</a:t>
            </a:r>
          </a:p>
          <a:p xmlns:a="http://schemas.openxmlformats.org/drawingml/2006/main">
            <a:pPr>
              <a:defRPr sz="2175" b="0">
                <a:solidFill>
                  <a:srgbClr val="535D6B"/>
                </a:solidFill>
                <a:latin typeface="Arial"/>
                <a:ea typeface="Arial"/>
                <a:cs typeface="Arial"/>
              </a:defRPr>
            </a:pPr>
            <a:r>
              <a:rPr sz="2175" b="0">
                <a:solidFill>
                  <a:srgbClr val="535D6B"/>
                </a:solidFill>
                <a:latin typeface="Arial"/>
                <a:ea typeface="Arial"/>
                <a:cs typeface="Arial"/>
              </a:rPr>
              <a:t>AI when needed</a:t>
            </a:r>
          </a:p>
        </p:txBody>
      </p:sp>
      <p:sp>
        <p:nvSpPr>
          <p:cNvPr id="8" name="Get an answer">
            <a:extLst xmlns:a="http://schemas.openxmlformats.org/drawingml/2006/main">
              <a:ext uri="{FF2B5EF4-FFF2-40B4-BE49-F238E27FC236}">
                <a16:creationId xmlns:a16="http://schemas.microsoft.com/office/drawing/2014/main" id="{9B051E27-A3B5-4622-86B1-FC348E97CC07}"/>
              </a:ext>
            </a:extLst>
          </p:cNvPr>
          <p:cNvSpPr>
            <a:spLocks xmlns:a="http://schemas.openxmlformats.org/drawingml/2006/main" noGrp="1"/>
          </p:cNvSpPr>
          <p:nvPr/>
        </p:nvSpPr>
        <p:spPr>
          <a:xfrm xmlns:a="http://schemas.openxmlformats.org/drawingml/2006/main">
            <a:off x="8943975" y="1733550"/>
            <a:ext cx="276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Get an answer</a:t>
            </a:r>
          </a:p>
        </p:txBody>
      </p:sp>
      <p:sp>
        <p:nvSpPr>
          <p:cNvPr id="9" name="Next class, destination&#10;or campus help">
            <a:extLst xmlns:a="http://schemas.openxmlformats.org/drawingml/2006/main">
              <a:ext uri="{FF2B5EF4-FFF2-40B4-BE49-F238E27FC236}">
                <a16:creationId xmlns:a16="http://schemas.microsoft.com/office/drawing/2014/main" id="{F55DB5F3-A4E5-4F8C-829F-B6D9E4FD77C2}"/>
              </a:ext>
            </a:extLst>
          </p:cNvPr>
          <p:cNvSpPr>
            <a:spLocks xmlns:a="http://schemas.openxmlformats.org/drawingml/2006/main" noGrp="1"/>
          </p:cNvSpPr>
          <p:nvPr/>
        </p:nvSpPr>
        <p:spPr>
          <a:xfrm xmlns:a="http://schemas.openxmlformats.org/drawingml/2006/main">
            <a:off x="8943975" y="2409825"/>
            <a:ext cx="2714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Next class, destination</a:t>
            </a:r>
          </a:p>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or campus help</a:t>
            </a:r>
          </a:p>
        </p:txBody>
      </p:sp>
      <p:sp>
        <p:nvSpPr>
          <p:cNvPr id="10" name="Kotlin + Compose: Android     ML Kit: timetable OCR">
            <a:extLst xmlns:a="http://schemas.openxmlformats.org/drawingml/2006/main">
              <a:ext uri="{FF2B5EF4-FFF2-40B4-BE49-F238E27FC236}">
                <a16:creationId xmlns:a16="http://schemas.microsoft.com/office/drawing/2014/main" id="{CD6FCF54-D900-4FE6-B3AD-F15CCBD8B13E}"/>
              </a:ext>
            </a:extLst>
          </p:cNvPr>
          <p:cNvSpPr>
            <a:spLocks xmlns:a="http://schemas.openxmlformats.org/drawingml/2006/main" noGrp="1"/>
          </p:cNvSpPr>
          <p:nvPr/>
        </p:nvSpPr>
        <p:spPr>
          <a:xfrm xmlns:a="http://schemas.openxmlformats.org/drawingml/2006/main">
            <a:off x="704850" y="37052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1161D"/>
                </a:solidFill>
                <a:latin typeface="Arial"/>
                <a:ea typeface="Arial"/>
                <a:cs typeface="Arial"/>
              </a:defRPr>
            </a:defPPr>
            <a:lvl1pPr>
              <a:defRPr sz="1950" b="0">
                <a:solidFill>
                  <a:srgbClr val="11161D"/>
                </a:solidFill>
                <a:latin typeface="Arial"/>
                <a:ea typeface="Arial"/>
                <a:cs typeface="Arial"/>
              </a:defRPr>
            </a:lvl1pPr>
            <a:lvl2pPr>
              <a:defRPr sz="1950" b="0">
                <a:solidFill>
                  <a:srgbClr val="11161D"/>
                </a:solidFill>
                <a:latin typeface="Arial"/>
                <a:ea typeface="Arial"/>
                <a:cs typeface="Arial"/>
              </a:defRPr>
            </a:lvl2pPr>
            <a:lvl3pPr>
              <a:defRPr sz="1950" b="0">
                <a:solidFill>
                  <a:srgbClr val="11161D"/>
                </a:solidFill>
                <a:latin typeface="Arial"/>
                <a:ea typeface="Arial"/>
                <a:cs typeface="Arial"/>
              </a:defRPr>
            </a:lvl3pPr>
            <a:lvl4pPr>
              <a:defRPr sz="1950" b="0">
                <a:solidFill>
                  <a:srgbClr val="11161D"/>
                </a:solidFill>
                <a:latin typeface="Arial"/>
                <a:ea typeface="Arial"/>
                <a:cs typeface="Arial"/>
              </a:defRPr>
            </a:lvl4pPr>
            <a:lvl5pPr>
              <a:defRPr sz="1950" b="0">
                <a:solidFill>
                  <a:srgbClr val="11161D"/>
                </a:solidFill>
                <a:latin typeface="Arial"/>
                <a:ea typeface="Arial"/>
                <a:cs typeface="Arial"/>
              </a:defRPr>
            </a:lvl5pPr>
            <a:lvl6pPr>
              <a:defRPr sz="1950" b="0">
                <a:solidFill>
                  <a:srgbClr val="11161D"/>
                </a:solidFill>
                <a:latin typeface="Arial"/>
                <a:ea typeface="Arial"/>
                <a:cs typeface="Arial"/>
              </a:defRPr>
            </a:lvl6pPr>
            <a:lvl7pPr>
              <a:defRPr sz="1950" b="0">
                <a:solidFill>
                  <a:srgbClr val="11161D"/>
                </a:solidFill>
                <a:latin typeface="Arial"/>
                <a:ea typeface="Arial"/>
                <a:cs typeface="Arial"/>
              </a:defRPr>
            </a:lvl7pPr>
            <a:lvl8pPr>
              <a:defRPr sz="1950" b="0">
                <a:solidFill>
                  <a:srgbClr val="11161D"/>
                </a:solidFill>
                <a:latin typeface="Arial"/>
                <a:ea typeface="Arial"/>
                <a:cs typeface="Arial"/>
              </a:defRPr>
            </a:lvl8pPr>
            <a:lvl9pPr>
              <a:defRPr sz="1950" b="0">
                <a:solidFill>
                  <a:srgbClr val="11161D"/>
                </a:solidFill>
                <a:latin typeface="Arial"/>
                <a:ea typeface="Arial"/>
                <a:cs typeface="Arial"/>
              </a:defRPr>
            </a:lvl9pPr>
          </a:lstStyle>
          <a:p xmlns:a="http://schemas.openxmlformats.org/drawingml/2006/main">
            <a:pPr>
              <a:defRPr sz="1950" b="0">
                <a:solidFill>
                  <a:srgbClr val="11161D"/>
                </a:solidFill>
                <a:latin typeface="Arial"/>
                <a:ea typeface="Arial"/>
                <a:cs typeface="Arial"/>
              </a:defRPr>
            </a:pPr>
            <a:r>
              <a:rPr sz="1950" b="0">
                <a:solidFill>
                  <a:srgbClr val="11161D"/>
                </a:solidFill>
                <a:latin typeface="Arial"/>
                <a:ea typeface="Arial"/>
                <a:cs typeface="Arial"/>
              </a:rPr>
              <a:t>Kotlin + Compose: Android     ML Kit: timetable OCR</a:t>
            </a:r>
          </a:p>
        </p:txBody>
      </p:sp>
      <p:sp>
        <p:nvSpPr>
          <p:cNvPr id="11" name="Gemini: online AI     Qwen + llama.cpp: offline AI">
            <a:extLst xmlns:a="http://schemas.openxmlformats.org/drawingml/2006/main">
              <a:ext uri="{FF2B5EF4-FFF2-40B4-BE49-F238E27FC236}">
                <a16:creationId xmlns:a16="http://schemas.microsoft.com/office/drawing/2014/main" id="{0CC9381D-EC39-4550-B5D8-9E2572278C9C}"/>
              </a:ext>
            </a:extLst>
          </p:cNvPr>
          <p:cNvSpPr>
            <a:spLocks xmlns:a="http://schemas.openxmlformats.org/drawingml/2006/main" noGrp="1"/>
          </p:cNvSpPr>
          <p:nvPr/>
        </p:nvSpPr>
        <p:spPr>
          <a:xfrm xmlns:a="http://schemas.openxmlformats.org/drawingml/2006/main">
            <a:off x="704850" y="419100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1161D"/>
                </a:solidFill>
                <a:latin typeface="Arial"/>
                <a:ea typeface="Arial"/>
                <a:cs typeface="Arial"/>
              </a:defRPr>
            </a:defPPr>
            <a:lvl1pPr>
              <a:defRPr sz="1950" b="0">
                <a:solidFill>
                  <a:srgbClr val="11161D"/>
                </a:solidFill>
                <a:latin typeface="Arial"/>
                <a:ea typeface="Arial"/>
                <a:cs typeface="Arial"/>
              </a:defRPr>
            </a:lvl1pPr>
            <a:lvl2pPr>
              <a:defRPr sz="1950" b="0">
                <a:solidFill>
                  <a:srgbClr val="11161D"/>
                </a:solidFill>
                <a:latin typeface="Arial"/>
                <a:ea typeface="Arial"/>
                <a:cs typeface="Arial"/>
              </a:defRPr>
            </a:lvl2pPr>
            <a:lvl3pPr>
              <a:defRPr sz="1950" b="0">
                <a:solidFill>
                  <a:srgbClr val="11161D"/>
                </a:solidFill>
                <a:latin typeface="Arial"/>
                <a:ea typeface="Arial"/>
                <a:cs typeface="Arial"/>
              </a:defRPr>
            </a:lvl3pPr>
            <a:lvl4pPr>
              <a:defRPr sz="1950" b="0">
                <a:solidFill>
                  <a:srgbClr val="11161D"/>
                </a:solidFill>
                <a:latin typeface="Arial"/>
                <a:ea typeface="Arial"/>
                <a:cs typeface="Arial"/>
              </a:defRPr>
            </a:lvl4pPr>
            <a:lvl5pPr>
              <a:defRPr sz="1950" b="0">
                <a:solidFill>
                  <a:srgbClr val="11161D"/>
                </a:solidFill>
                <a:latin typeface="Arial"/>
                <a:ea typeface="Arial"/>
                <a:cs typeface="Arial"/>
              </a:defRPr>
            </a:lvl5pPr>
            <a:lvl6pPr>
              <a:defRPr sz="1950" b="0">
                <a:solidFill>
                  <a:srgbClr val="11161D"/>
                </a:solidFill>
                <a:latin typeface="Arial"/>
                <a:ea typeface="Arial"/>
                <a:cs typeface="Arial"/>
              </a:defRPr>
            </a:lvl6pPr>
            <a:lvl7pPr>
              <a:defRPr sz="1950" b="0">
                <a:solidFill>
                  <a:srgbClr val="11161D"/>
                </a:solidFill>
                <a:latin typeface="Arial"/>
                <a:ea typeface="Arial"/>
                <a:cs typeface="Arial"/>
              </a:defRPr>
            </a:lvl7pPr>
            <a:lvl8pPr>
              <a:defRPr sz="1950" b="0">
                <a:solidFill>
                  <a:srgbClr val="11161D"/>
                </a:solidFill>
                <a:latin typeface="Arial"/>
                <a:ea typeface="Arial"/>
                <a:cs typeface="Arial"/>
              </a:defRPr>
            </a:lvl8pPr>
            <a:lvl9pPr>
              <a:defRPr sz="1950" b="0">
                <a:solidFill>
                  <a:srgbClr val="11161D"/>
                </a:solidFill>
                <a:latin typeface="Arial"/>
                <a:ea typeface="Arial"/>
                <a:cs typeface="Arial"/>
              </a:defRPr>
            </a:lvl9pPr>
          </a:lstStyle>
          <a:p xmlns:a="http://schemas.openxmlformats.org/drawingml/2006/main">
            <a:pPr>
              <a:defRPr sz="1950" b="0">
                <a:solidFill>
                  <a:srgbClr val="11161D"/>
                </a:solidFill>
                <a:latin typeface="Arial"/>
                <a:ea typeface="Arial"/>
                <a:cs typeface="Arial"/>
              </a:defRPr>
            </a:pPr>
            <a:r>
              <a:rPr sz="1950" b="0">
                <a:solidFill>
                  <a:srgbClr val="11161D"/>
                </a:solidFill>
                <a:latin typeface="Arial"/>
                <a:ea typeface="Arial"/>
                <a:cs typeface="Arial"/>
              </a:rPr>
              <a:t>Gemini: online AI     Qwen + llama.cpp: offline AI</a:t>
            </a:r>
          </a:p>
        </p:txBody>
      </p:sp>
      <p:sp>
        <p:nvSpPr>
          <p:cNvPr id="12" name="Python + SQLite: campus registry and updates">
            <a:extLst xmlns:a="http://schemas.openxmlformats.org/drawingml/2006/main">
              <a:ext uri="{FF2B5EF4-FFF2-40B4-BE49-F238E27FC236}">
                <a16:creationId xmlns:a16="http://schemas.microsoft.com/office/drawing/2014/main" id="{5583CA90-3309-4F6C-A449-303E43719E2E}"/>
              </a:ext>
            </a:extLst>
          </p:cNvPr>
          <p:cNvSpPr>
            <a:spLocks xmlns:a="http://schemas.openxmlformats.org/drawingml/2006/main" noGrp="1"/>
          </p:cNvSpPr>
          <p:nvPr/>
        </p:nvSpPr>
        <p:spPr>
          <a:xfrm xmlns:a="http://schemas.openxmlformats.org/drawingml/2006/main">
            <a:off x="704850" y="46767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1161D"/>
                </a:solidFill>
                <a:latin typeface="Arial"/>
                <a:ea typeface="Arial"/>
                <a:cs typeface="Arial"/>
              </a:defRPr>
            </a:defPPr>
            <a:lvl1pPr>
              <a:defRPr sz="1950" b="0">
                <a:solidFill>
                  <a:srgbClr val="11161D"/>
                </a:solidFill>
                <a:latin typeface="Arial"/>
                <a:ea typeface="Arial"/>
                <a:cs typeface="Arial"/>
              </a:defRPr>
            </a:lvl1pPr>
            <a:lvl2pPr>
              <a:defRPr sz="1950" b="0">
                <a:solidFill>
                  <a:srgbClr val="11161D"/>
                </a:solidFill>
                <a:latin typeface="Arial"/>
                <a:ea typeface="Arial"/>
                <a:cs typeface="Arial"/>
              </a:defRPr>
            </a:lvl2pPr>
            <a:lvl3pPr>
              <a:defRPr sz="1950" b="0">
                <a:solidFill>
                  <a:srgbClr val="11161D"/>
                </a:solidFill>
                <a:latin typeface="Arial"/>
                <a:ea typeface="Arial"/>
                <a:cs typeface="Arial"/>
              </a:defRPr>
            </a:lvl3pPr>
            <a:lvl4pPr>
              <a:defRPr sz="1950" b="0">
                <a:solidFill>
                  <a:srgbClr val="11161D"/>
                </a:solidFill>
                <a:latin typeface="Arial"/>
                <a:ea typeface="Arial"/>
                <a:cs typeface="Arial"/>
              </a:defRPr>
            </a:lvl4pPr>
            <a:lvl5pPr>
              <a:defRPr sz="1950" b="0">
                <a:solidFill>
                  <a:srgbClr val="11161D"/>
                </a:solidFill>
                <a:latin typeface="Arial"/>
                <a:ea typeface="Arial"/>
                <a:cs typeface="Arial"/>
              </a:defRPr>
            </a:lvl5pPr>
            <a:lvl6pPr>
              <a:defRPr sz="1950" b="0">
                <a:solidFill>
                  <a:srgbClr val="11161D"/>
                </a:solidFill>
                <a:latin typeface="Arial"/>
                <a:ea typeface="Arial"/>
                <a:cs typeface="Arial"/>
              </a:defRPr>
            </a:lvl6pPr>
            <a:lvl7pPr>
              <a:defRPr sz="1950" b="0">
                <a:solidFill>
                  <a:srgbClr val="11161D"/>
                </a:solidFill>
                <a:latin typeface="Arial"/>
                <a:ea typeface="Arial"/>
                <a:cs typeface="Arial"/>
              </a:defRPr>
            </a:lvl7pPr>
            <a:lvl8pPr>
              <a:defRPr sz="1950" b="0">
                <a:solidFill>
                  <a:srgbClr val="11161D"/>
                </a:solidFill>
                <a:latin typeface="Arial"/>
                <a:ea typeface="Arial"/>
                <a:cs typeface="Arial"/>
              </a:defRPr>
            </a:lvl8pPr>
            <a:lvl9pPr>
              <a:defRPr sz="1950" b="0">
                <a:solidFill>
                  <a:srgbClr val="11161D"/>
                </a:solidFill>
                <a:latin typeface="Arial"/>
                <a:ea typeface="Arial"/>
                <a:cs typeface="Arial"/>
              </a:defRPr>
            </a:lvl9pPr>
          </a:lstStyle>
          <a:p xmlns:a="http://schemas.openxmlformats.org/drawingml/2006/main">
            <a:pPr>
              <a:defRPr sz="1950" b="0">
                <a:solidFill>
                  <a:srgbClr val="11161D"/>
                </a:solidFill>
                <a:latin typeface="Arial"/>
                <a:ea typeface="Arial"/>
                <a:cs typeface="Arial"/>
              </a:defRPr>
            </a:pPr>
            <a:r>
              <a:rPr sz="1950" b="0">
                <a:solidFill>
                  <a:srgbClr val="11161D"/>
                </a:solidFill>
                <a:latin typeface="Arial"/>
                <a:ea typeface="Arial"/>
                <a:cs typeface="Arial"/>
              </a:rPr>
              <a:t>Python + SQLite: campus registry and updates</a:t>
            </a:r>
          </a:p>
        </p:txBody>
      </p:sp>
      <p:sp>
        <p:nvSpPr>
          <p:cNvPr id="13" name="Existing: Android + voice/AI foundation">
            <a:extLst xmlns:a="http://schemas.openxmlformats.org/drawingml/2006/main">
              <a:ext uri="{FF2B5EF4-FFF2-40B4-BE49-F238E27FC236}">
                <a16:creationId xmlns:a16="http://schemas.microsoft.com/office/drawing/2014/main" id="{5B75559D-CAA3-496A-9E32-9D406BE68CD1}"/>
              </a:ext>
            </a:extLst>
          </p:cNvPr>
          <p:cNvSpPr>
            <a:spLocks xmlns:a="http://schemas.openxmlformats.org/drawingml/2006/main" noGrp="1"/>
          </p:cNvSpPr>
          <p:nvPr/>
        </p:nvSpPr>
        <p:spPr>
          <a:xfrm xmlns:a="http://schemas.openxmlformats.org/drawingml/2006/main">
            <a:off x="704850" y="53340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5D6B"/>
                </a:solidFill>
                <a:latin typeface="Arial"/>
                <a:ea typeface="Arial"/>
                <a:cs typeface="Arial"/>
              </a:defRPr>
            </a:defPPr>
            <a:lvl1pPr>
              <a:defRPr sz="1800" b="0">
                <a:solidFill>
                  <a:srgbClr val="535D6B"/>
                </a:solidFill>
                <a:latin typeface="Arial"/>
                <a:ea typeface="Arial"/>
                <a:cs typeface="Arial"/>
              </a:defRPr>
            </a:lvl1pPr>
            <a:lvl2pPr>
              <a:defRPr sz="1800" b="0">
                <a:solidFill>
                  <a:srgbClr val="535D6B"/>
                </a:solidFill>
                <a:latin typeface="Arial"/>
                <a:ea typeface="Arial"/>
                <a:cs typeface="Arial"/>
              </a:defRPr>
            </a:lvl2pPr>
            <a:lvl3pPr>
              <a:defRPr sz="1800" b="0">
                <a:solidFill>
                  <a:srgbClr val="535D6B"/>
                </a:solidFill>
                <a:latin typeface="Arial"/>
                <a:ea typeface="Arial"/>
                <a:cs typeface="Arial"/>
              </a:defRPr>
            </a:lvl3pPr>
            <a:lvl4pPr>
              <a:defRPr sz="1800" b="0">
                <a:solidFill>
                  <a:srgbClr val="535D6B"/>
                </a:solidFill>
                <a:latin typeface="Arial"/>
                <a:ea typeface="Arial"/>
                <a:cs typeface="Arial"/>
              </a:defRPr>
            </a:lvl4pPr>
            <a:lvl5pPr>
              <a:defRPr sz="1800" b="0">
                <a:solidFill>
                  <a:srgbClr val="535D6B"/>
                </a:solidFill>
                <a:latin typeface="Arial"/>
                <a:ea typeface="Arial"/>
                <a:cs typeface="Arial"/>
              </a:defRPr>
            </a:lvl5pPr>
            <a:lvl6pPr>
              <a:defRPr sz="1800" b="0">
                <a:solidFill>
                  <a:srgbClr val="535D6B"/>
                </a:solidFill>
                <a:latin typeface="Arial"/>
                <a:ea typeface="Arial"/>
                <a:cs typeface="Arial"/>
              </a:defRPr>
            </a:lvl6pPr>
            <a:lvl7pPr>
              <a:defRPr sz="1800" b="0">
                <a:solidFill>
                  <a:srgbClr val="535D6B"/>
                </a:solidFill>
                <a:latin typeface="Arial"/>
                <a:ea typeface="Arial"/>
                <a:cs typeface="Arial"/>
              </a:defRPr>
            </a:lvl7pPr>
            <a:lvl8pPr>
              <a:defRPr sz="1800" b="0">
                <a:solidFill>
                  <a:srgbClr val="535D6B"/>
                </a:solidFill>
                <a:latin typeface="Arial"/>
                <a:ea typeface="Arial"/>
                <a:cs typeface="Arial"/>
              </a:defRPr>
            </a:lvl8pPr>
            <a:lvl9pPr>
              <a:defRPr sz="1800" b="0">
                <a:solidFill>
                  <a:srgbClr val="535D6B"/>
                </a:solidFill>
                <a:latin typeface="Arial"/>
                <a:ea typeface="Arial"/>
                <a:cs typeface="Arial"/>
              </a:defRPr>
            </a:lvl9pPr>
          </a:lstStyle>
          <a:p xmlns:a="http://schemas.openxmlformats.org/drawingml/2006/main">
            <a:pPr>
              <a:defRPr sz="1800" b="0">
                <a:solidFill>
                  <a:srgbClr val="535D6B"/>
                </a:solidFill>
                <a:latin typeface="Arial"/>
                <a:ea typeface="Arial"/>
                <a:cs typeface="Arial"/>
              </a:defRPr>
            </a:pPr>
            <a:r>
              <a:rPr sz="1800" b="0">
                <a:solidFill>
                  <a:srgbClr val="535D6B"/>
                </a:solidFill>
                <a:latin typeface="Arial"/>
                <a:ea typeface="Arial"/>
                <a:cs typeface="Arial"/>
              </a:rPr>
              <a:t>Existing: Android + voice/AI foundation</a:t>
            </a:r>
          </a:p>
        </p:txBody>
      </p:sp>
      <p:sp>
        <p:nvSpPr>
          <p:cNvPr id="14" name="BUILD: reviewed onboarding, campus IDs, session chat and UI">
            <a:extLst xmlns:a="http://schemas.openxmlformats.org/drawingml/2006/main">
              <a:ext uri="{FF2B5EF4-FFF2-40B4-BE49-F238E27FC236}">
                <a16:creationId xmlns:a16="http://schemas.microsoft.com/office/drawing/2014/main" id="{FF8B6598-5E70-4812-9F5D-E813CAEE7604}"/>
              </a:ext>
            </a:extLst>
          </p:cNvPr>
          <p:cNvSpPr>
            <a:spLocks xmlns:a="http://schemas.openxmlformats.org/drawingml/2006/main" noGrp="1"/>
          </p:cNvSpPr>
          <p:nvPr/>
        </p:nvSpPr>
        <p:spPr>
          <a:xfrm xmlns:a="http://schemas.openxmlformats.org/drawingml/2006/main">
            <a:off x="704850" y="57626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1161D"/>
                </a:solidFill>
                <a:latin typeface="Arial"/>
                <a:ea typeface="Arial"/>
                <a:cs typeface="Arial"/>
              </a:defRPr>
            </a:defPPr>
            <a:lvl1pPr>
              <a:defRPr sz="1800" b="1">
                <a:solidFill>
                  <a:srgbClr val="11161D"/>
                </a:solidFill>
                <a:latin typeface="Arial"/>
                <a:ea typeface="Arial"/>
                <a:cs typeface="Arial"/>
              </a:defRPr>
            </a:lvl1pPr>
            <a:lvl2pPr>
              <a:defRPr sz="1800" b="1">
                <a:solidFill>
                  <a:srgbClr val="11161D"/>
                </a:solidFill>
                <a:latin typeface="Arial"/>
                <a:ea typeface="Arial"/>
                <a:cs typeface="Arial"/>
              </a:defRPr>
            </a:lvl2pPr>
            <a:lvl3pPr>
              <a:defRPr sz="1800" b="1">
                <a:solidFill>
                  <a:srgbClr val="11161D"/>
                </a:solidFill>
                <a:latin typeface="Arial"/>
                <a:ea typeface="Arial"/>
                <a:cs typeface="Arial"/>
              </a:defRPr>
            </a:lvl3pPr>
            <a:lvl4pPr>
              <a:defRPr sz="1800" b="1">
                <a:solidFill>
                  <a:srgbClr val="11161D"/>
                </a:solidFill>
                <a:latin typeface="Arial"/>
                <a:ea typeface="Arial"/>
                <a:cs typeface="Arial"/>
              </a:defRPr>
            </a:lvl4pPr>
            <a:lvl5pPr>
              <a:defRPr sz="1800" b="1">
                <a:solidFill>
                  <a:srgbClr val="11161D"/>
                </a:solidFill>
                <a:latin typeface="Arial"/>
                <a:ea typeface="Arial"/>
                <a:cs typeface="Arial"/>
              </a:defRPr>
            </a:lvl5pPr>
            <a:lvl6pPr>
              <a:defRPr sz="1800" b="1">
                <a:solidFill>
                  <a:srgbClr val="11161D"/>
                </a:solidFill>
                <a:latin typeface="Arial"/>
                <a:ea typeface="Arial"/>
                <a:cs typeface="Arial"/>
              </a:defRPr>
            </a:lvl6pPr>
            <a:lvl7pPr>
              <a:defRPr sz="1800" b="1">
                <a:solidFill>
                  <a:srgbClr val="11161D"/>
                </a:solidFill>
                <a:latin typeface="Arial"/>
                <a:ea typeface="Arial"/>
                <a:cs typeface="Arial"/>
              </a:defRPr>
            </a:lvl7pPr>
            <a:lvl8pPr>
              <a:defRPr sz="1800" b="1">
                <a:solidFill>
                  <a:srgbClr val="11161D"/>
                </a:solidFill>
                <a:latin typeface="Arial"/>
                <a:ea typeface="Arial"/>
                <a:cs typeface="Arial"/>
              </a:defRPr>
            </a:lvl8pPr>
            <a:lvl9pPr>
              <a:defRPr sz="1800" b="1">
                <a:solidFill>
                  <a:srgbClr val="11161D"/>
                </a:solidFill>
                <a:latin typeface="Arial"/>
                <a:ea typeface="Arial"/>
                <a:cs typeface="Arial"/>
              </a:defRPr>
            </a:lvl9pPr>
          </a:lstStyle>
          <a:p xmlns:a="http://schemas.openxmlformats.org/drawingml/2006/main">
            <a:pPr>
              <a:defRPr sz="1800" b="1">
                <a:solidFill>
                  <a:srgbClr val="11161D"/>
                </a:solidFill>
                <a:latin typeface="Arial"/>
                <a:ea typeface="Arial"/>
                <a:cs typeface="Arial"/>
              </a:defRPr>
            </a:pPr>
            <a:r>
              <a:rPr sz="1800" b="1">
                <a:solidFill>
                  <a:srgbClr val="11161D"/>
                </a:solidFill>
                <a:latin typeface="Arial"/>
                <a:ea typeface="Arial"/>
                <a:cs typeface="Arial"/>
              </a:rPr>
              <a:t>BUILD: reviewed onboarding, campus IDs, session chat and UI</a:t>
            </a:r>
          </a:p>
        </p:txBody>
      </p:sp>
    </p:spTree>
    <p:extLst>
      <p:ext uri="{BB962C8B-B14F-4D97-AF65-F5344CB8AC3E}">
        <p14:creationId xmlns:p14="http://schemas.microsoft.com/office/powerpoint/2010/main" val="1675991858"/>
      </p:ext>
    </p:extLst>
  </p:cSld>
</p:sld>
</file>

<file path=ppt/slides/slide4.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14" name="Working demo and recorded results">
            <a:extLst xmlns:a="http://schemas.openxmlformats.org/drawingml/2006/main">
              <a:ext uri="{FF2B5EF4-FFF2-40B4-BE49-F238E27FC236}">
                <a16:creationId xmlns:a16="http://schemas.microsoft.com/office/drawing/2014/main" id="{95F6095D-AD51-445F-974A-E4E096FC4E87}"/>
              </a:ext>
            </a:extLst>
          </p:cNvPr>
          <p:cNvSpPr>
            <a:spLocks xmlns:a="http://schemas.openxmlformats.org/drawingml/2006/main" noGrp="1"/>
          </p:cNvSpPr>
          <p:nvPr/>
        </p:nvSpPr>
        <p:spPr>
          <a:xfrm xmlns:a="http://schemas.openxmlformats.org/drawingml/2006/main">
            <a:off x="628650" y="5524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5F7F9"/>
                </a:solidFill>
                <a:latin typeface="Arial"/>
                <a:ea typeface="Arial"/>
                <a:cs typeface="Arial"/>
              </a:defRPr>
            </a:defPPr>
            <a:lvl1pPr>
              <a:defRPr sz="4275" b="1">
                <a:solidFill>
                  <a:srgbClr val="F5F7F9"/>
                </a:solidFill>
                <a:latin typeface="Arial"/>
                <a:ea typeface="Arial"/>
                <a:cs typeface="Arial"/>
              </a:defRPr>
            </a:lvl1pPr>
            <a:lvl2pPr>
              <a:defRPr sz="4275" b="1">
                <a:solidFill>
                  <a:srgbClr val="F5F7F9"/>
                </a:solidFill>
                <a:latin typeface="Arial"/>
                <a:ea typeface="Arial"/>
                <a:cs typeface="Arial"/>
              </a:defRPr>
            </a:lvl2pPr>
            <a:lvl3pPr>
              <a:defRPr sz="4275" b="1">
                <a:solidFill>
                  <a:srgbClr val="F5F7F9"/>
                </a:solidFill>
                <a:latin typeface="Arial"/>
                <a:ea typeface="Arial"/>
                <a:cs typeface="Arial"/>
              </a:defRPr>
            </a:lvl3pPr>
            <a:lvl4pPr>
              <a:defRPr sz="4275" b="1">
                <a:solidFill>
                  <a:srgbClr val="F5F7F9"/>
                </a:solidFill>
                <a:latin typeface="Arial"/>
                <a:ea typeface="Arial"/>
                <a:cs typeface="Arial"/>
              </a:defRPr>
            </a:lvl4pPr>
            <a:lvl5pPr>
              <a:defRPr sz="4275" b="1">
                <a:solidFill>
                  <a:srgbClr val="F5F7F9"/>
                </a:solidFill>
                <a:latin typeface="Arial"/>
                <a:ea typeface="Arial"/>
                <a:cs typeface="Arial"/>
              </a:defRPr>
            </a:lvl5pPr>
            <a:lvl6pPr>
              <a:defRPr sz="4275" b="1">
                <a:solidFill>
                  <a:srgbClr val="F5F7F9"/>
                </a:solidFill>
                <a:latin typeface="Arial"/>
                <a:ea typeface="Arial"/>
                <a:cs typeface="Arial"/>
              </a:defRPr>
            </a:lvl6pPr>
            <a:lvl7pPr>
              <a:defRPr sz="4275" b="1">
                <a:solidFill>
                  <a:srgbClr val="F5F7F9"/>
                </a:solidFill>
                <a:latin typeface="Arial"/>
                <a:ea typeface="Arial"/>
                <a:cs typeface="Arial"/>
              </a:defRPr>
            </a:lvl7pPr>
            <a:lvl8pPr>
              <a:defRPr sz="4275" b="1">
                <a:solidFill>
                  <a:srgbClr val="F5F7F9"/>
                </a:solidFill>
                <a:latin typeface="Arial"/>
                <a:ea typeface="Arial"/>
                <a:cs typeface="Arial"/>
              </a:defRPr>
            </a:lvl8pPr>
            <a:lvl9pPr>
              <a:defRPr sz="4275" b="1">
                <a:solidFill>
                  <a:srgbClr val="F5F7F9"/>
                </a:solidFill>
                <a:latin typeface="Arial"/>
                <a:ea typeface="Arial"/>
                <a:cs typeface="Arial"/>
              </a:defRPr>
            </a:lvl9pPr>
          </a:lstStyle>
          <a:p xmlns:a="http://schemas.openxmlformats.org/drawingml/2006/main">
            <a:pPr>
              <a:defRPr sz="4275" b="1">
                <a:solidFill>
                  <a:srgbClr val="F5F7F9"/>
                </a:solidFill>
                <a:latin typeface="Arial"/>
                <a:ea typeface="Arial"/>
                <a:cs typeface="Arial"/>
              </a:defRPr>
            </a:pPr>
            <a:r>
              <a:rPr sz="4275" b="1">
                <a:solidFill>
                  <a:srgbClr val="F5F7F9"/>
                </a:solidFill>
                <a:latin typeface="Arial"/>
                <a:ea typeface="Arial"/>
                <a:cs typeface="Arial"/>
              </a:rPr>
              <a:t>Working demo and recorded results</a:t>
            </a:r>
          </a:p>
        </p:txBody>
      </p:sp>
      <p:sp>
        <p:nvSpPr>
          <p:cNvPr id="2" name="CRYSTALX / BUILD 2026">
            <a:extLst xmlns:a="http://schemas.openxmlformats.org/drawingml/2006/main">
              <a:ext uri="{FF2B5EF4-FFF2-40B4-BE49-F238E27FC236}">
                <a16:creationId xmlns:a16="http://schemas.microsoft.com/office/drawing/2014/main" id="{CCEE11AC-2DE9-424E-8DEF-E96F0BF5754D}"/>
              </a:ext>
            </a:extLst>
          </p:cNvPr>
          <p:cNvSpPr>
            <a:spLocks xmlns:a="http://schemas.openxmlformats.org/drawingml/2006/main" noGrp="1"/>
          </p:cNvSpPr>
          <p:nvPr/>
        </p:nvSpPr>
        <p:spPr>
          <a:xfrm xmlns:a="http://schemas.openxmlformats.org/drawingml/2006/main">
            <a:off x="685800" y="6372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DB8C7"/>
                </a:solidFill>
                <a:latin typeface="Arial"/>
                <a:ea typeface="Arial"/>
                <a:cs typeface="Arial"/>
              </a:defRPr>
            </a:defPPr>
            <a:lvl1pPr>
              <a:defRPr sz="1200" b="0">
                <a:solidFill>
                  <a:srgbClr val="ADB8C7"/>
                </a:solidFill>
                <a:latin typeface="Arial"/>
                <a:ea typeface="Arial"/>
                <a:cs typeface="Arial"/>
              </a:defRPr>
            </a:lvl1pPr>
            <a:lvl2pPr>
              <a:defRPr sz="1200" b="0">
                <a:solidFill>
                  <a:srgbClr val="ADB8C7"/>
                </a:solidFill>
                <a:latin typeface="Arial"/>
                <a:ea typeface="Arial"/>
                <a:cs typeface="Arial"/>
              </a:defRPr>
            </a:lvl2pPr>
            <a:lvl3pPr>
              <a:defRPr sz="1200" b="0">
                <a:solidFill>
                  <a:srgbClr val="ADB8C7"/>
                </a:solidFill>
                <a:latin typeface="Arial"/>
                <a:ea typeface="Arial"/>
                <a:cs typeface="Arial"/>
              </a:defRPr>
            </a:lvl3pPr>
            <a:lvl4pPr>
              <a:defRPr sz="1200" b="0">
                <a:solidFill>
                  <a:srgbClr val="ADB8C7"/>
                </a:solidFill>
                <a:latin typeface="Arial"/>
                <a:ea typeface="Arial"/>
                <a:cs typeface="Arial"/>
              </a:defRPr>
            </a:lvl4pPr>
            <a:lvl5pPr>
              <a:defRPr sz="1200" b="0">
                <a:solidFill>
                  <a:srgbClr val="ADB8C7"/>
                </a:solidFill>
                <a:latin typeface="Arial"/>
                <a:ea typeface="Arial"/>
                <a:cs typeface="Arial"/>
              </a:defRPr>
            </a:lvl5pPr>
            <a:lvl6pPr>
              <a:defRPr sz="1200" b="0">
                <a:solidFill>
                  <a:srgbClr val="ADB8C7"/>
                </a:solidFill>
                <a:latin typeface="Arial"/>
                <a:ea typeface="Arial"/>
                <a:cs typeface="Arial"/>
              </a:defRPr>
            </a:lvl6pPr>
            <a:lvl7pPr>
              <a:defRPr sz="1200" b="0">
                <a:solidFill>
                  <a:srgbClr val="ADB8C7"/>
                </a:solidFill>
                <a:latin typeface="Arial"/>
                <a:ea typeface="Arial"/>
                <a:cs typeface="Arial"/>
              </a:defRPr>
            </a:lvl7pPr>
            <a:lvl8pPr>
              <a:defRPr sz="1200" b="0">
                <a:solidFill>
                  <a:srgbClr val="ADB8C7"/>
                </a:solidFill>
                <a:latin typeface="Arial"/>
                <a:ea typeface="Arial"/>
                <a:cs typeface="Arial"/>
              </a:defRPr>
            </a:lvl8pPr>
            <a:lvl9pPr>
              <a:defRPr sz="1200" b="0">
                <a:solidFill>
                  <a:srgbClr val="ADB8C7"/>
                </a:solidFill>
                <a:latin typeface="Arial"/>
                <a:ea typeface="Arial"/>
                <a:cs typeface="Arial"/>
              </a:defRPr>
            </a:lvl9pPr>
          </a:lstStyle>
          <a:p xmlns:a="http://schemas.openxmlformats.org/drawingml/2006/main">
            <a:pPr>
              <a:defRPr sz="1200" b="0">
                <a:solidFill>
                  <a:srgbClr val="ADB8C7"/>
                </a:solidFill>
                <a:latin typeface="Arial"/>
                <a:ea typeface="Arial"/>
                <a:cs typeface="Arial"/>
              </a:defRPr>
            </a:pPr>
            <a:r>
              <a:rPr sz="1200" b="0">
                <a:solidFill>
                  <a:srgbClr val="ADB8C7"/>
                </a:solidFill>
                <a:latin typeface="Arial"/>
                <a:ea typeface="Arial"/>
                <a:cs typeface="Arial"/>
              </a:rPr>
              <a:t>CRYSTALX / BUILD 2026</a:t>
            </a:r>
          </a:p>
        </p:txBody>
      </p:sp>
      <p:sp>
        <p:nvSpPr>
          <p:cNvPr id="3" name="04">
            <a:extLst xmlns:a="http://schemas.openxmlformats.org/drawingml/2006/main">
              <a:ext uri="{FF2B5EF4-FFF2-40B4-BE49-F238E27FC236}">
                <a16:creationId xmlns:a16="http://schemas.microsoft.com/office/drawing/2014/main" id="{0F7EF512-5791-4340-9E57-3874615754B8}"/>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5F7F9"/>
                </a:solidFill>
                <a:latin typeface="Arial"/>
                <a:ea typeface="Arial"/>
                <a:cs typeface="Arial"/>
              </a:defRPr>
            </a:defPPr>
            <a:lvl1pPr>
              <a:defRPr sz="1500" b="0">
                <a:solidFill>
                  <a:srgbClr val="F5F7F9"/>
                </a:solidFill>
                <a:latin typeface="Arial"/>
                <a:ea typeface="Arial"/>
                <a:cs typeface="Arial"/>
              </a:defRPr>
            </a:lvl1pPr>
            <a:lvl2pPr>
              <a:defRPr sz="1500" b="0">
                <a:solidFill>
                  <a:srgbClr val="F5F7F9"/>
                </a:solidFill>
                <a:latin typeface="Arial"/>
                <a:ea typeface="Arial"/>
                <a:cs typeface="Arial"/>
              </a:defRPr>
            </a:lvl2pPr>
            <a:lvl3pPr>
              <a:defRPr sz="1500" b="0">
                <a:solidFill>
                  <a:srgbClr val="F5F7F9"/>
                </a:solidFill>
                <a:latin typeface="Arial"/>
                <a:ea typeface="Arial"/>
                <a:cs typeface="Arial"/>
              </a:defRPr>
            </a:lvl3pPr>
            <a:lvl4pPr>
              <a:defRPr sz="1500" b="0">
                <a:solidFill>
                  <a:srgbClr val="F5F7F9"/>
                </a:solidFill>
                <a:latin typeface="Arial"/>
                <a:ea typeface="Arial"/>
                <a:cs typeface="Arial"/>
              </a:defRPr>
            </a:lvl4pPr>
            <a:lvl5pPr>
              <a:defRPr sz="1500" b="0">
                <a:solidFill>
                  <a:srgbClr val="F5F7F9"/>
                </a:solidFill>
                <a:latin typeface="Arial"/>
                <a:ea typeface="Arial"/>
                <a:cs typeface="Arial"/>
              </a:defRPr>
            </a:lvl5pPr>
            <a:lvl6pPr>
              <a:defRPr sz="1500" b="0">
                <a:solidFill>
                  <a:srgbClr val="F5F7F9"/>
                </a:solidFill>
                <a:latin typeface="Arial"/>
                <a:ea typeface="Arial"/>
                <a:cs typeface="Arial"/>
              </a:defRPr>
            </a:lvl6pPr>
            <a:lvl7pPr>
              <a:defRPr sz="1500" b="0">
                <a:solidFill>
                  <a:srgbClr val="F5F7F9"/>
                </a:solidFill>
                <a:latin typeface="Arial"/>
                <a:ea typeface="Arial"/>
                <a:cs typeface="Arial"/>
              </a:defRPr>
            </a:lvl7pPr>
            <a:lvl8pPr>
              <a:defRPr sz="1500" b="0">
                <a:solidFill>
                  <a:srgbClr val="F5F7F9"/>
                </a:solidFill>
                <a:latin typeface="Arial"/>
                <a:ea typeface="Arial"/>
                <a:cs typeface="Arial"/>
              </a:defRPr>
            </a:lvl8pPr>
            <a:lvl9pPr>
              <a:defRPr sz="1500" b="0">
                <a:solidFill>
                  <a:srgbClr val="F5F7F9"/>
                </a:solidFill>
                <a:latin typeface="Arial"/>
                <a:ea typeface="Arial"/>
                <a:cs typeface="Arial"/>
              </a:defRPr>
            </a:lvl9pPr>
          </a:lstStyle>
          <a:p xmlns:a="http://schemas.openxmlformats.org/drawingml/2006/main">
            <a:pPr>
              <a:defRPr sz="1500" b="0">
                <a:solidFill>
                  <a:srgbClr val="F5F7F9"/>
                </a:solidFill>
                <a:latin typeface="Arial"/>
                <a:ea typeface="Arial"/>
                <a:cs typeface="Arial"/>
              </a:defRPr>
            </a:pPr>
            <a:r>
              <a:rPr sz="1500" b="0">
                <a:solidFill>
                  <a:srgbClr val="F5F7F9"/>
                </a:solidFill>
                <a:latin typeface="Arial"/>
                <a:ea typeface="Arial"/>
                <a:cs typeface="Arial"/>
              </a:rPr>
              <a:t>04</a:t>
            </a:r>
          </a:p>
        </p:txBody>
      </p:sp>
      <p:sp>
        <p:nvSpPr>
          <p:cNvPr id="4" name="01  Enter a campus ID">
            <a:extLst xmlns:a="http://schemas.openxmlformats.org/drawingml/2006/main">
              <a:ext uri="{FF2B5EF4-FFF2-40B4-BE49-F238E27FC236}">
                <a16:creationId xmlns:a16="http://schemas.microsoft.com/office/drawing/2014/main" id="{8A5C2F81-F5CF-4C77-BC03-DEA77428EAA2}"/>
              </a:ext>
            </a:extLst>
          </p:cNvPr>
          <p:cNvSpPr>
            <a:spLocks xmlns:a="http://schemas.openxmlformats.org/drawingml/2006/main" noGrp="1"/>
          </p:cNvSpPr>
          <p:nvPr/>
        </p:nvSpPr>
        <p:spPr>
          <a:xfrm xmlns:a="http://schemas.openxmlformats.org/drawingml/2006/main">
            <a:off x="704850" y="178117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5F7F9"/>
                </a:solidFill>
                <a:latin typeface="Arial"/>
                <a:ea typeface="Arial"/>
                <a:cs typeface="Arial"/>
              </a:defRPr>
            </a:defPPr>
            <a:lvl1pPr>
              <a:defRPr sz="2400" b="0">
                <a:solidFill>
                  <a:srgbClr val="F5F7F9"/>
                </a:solidFill>
                <a:latin typeface="Arial"/>
                <a:ea typeface="Arial"/>
                <a:cs typeface="Arial"/>
              </a:defRPr>
            </a:lvl1pPr>
            <a:lvl2pPr>
              <a:defRPr sz="2400" b="0">
                <a:solidFill>
                  <a:srgbClr val="F5F7F9"/>
                </a:solidFill>
                <a:latin typeface="Arial"/>
                <a:ea typeface="Arial"/>
                <a:cs typeface="Arial"/>
              </a:defRPr>
            </a:lvl2pPr>
            <a:lvl3pPr>
              <a:defRPr sz="2400" b="0">
                <a:solidFill>
                  <a:srgbClr val="F5F7F9"/>
                </a:solidFill>
                <a:latin typeface="Arial"/>
                <a:ea typeface="Arial"/>
                <a:cs typeface="Arial"/>
              </a:defRPr>
            </a:lvl3pPr>
            <a:lvl4pPr>
              <a:defRPr sz="2400" b="0">
                <a:solidFill>
                  <a:srgbClr val="F5F7F9"/>
                </a:solidFill>
                <a:latin typeface="Arial"/>
                <a:ea typeface="Arial"/>
                <a:cs typeface="Arial"/>
              </a:defRPr>
            </a:lvl4pPr>
            <a:lvl5pPr>
              <a:defRPr sz="2400" b="0">
                <a:solidFill>
                  <a:srgbClr val="F5F7F9"/>
                </a:solidFill>
                <a:latin typeface="Arial"/>
                <a:ea typeface="Arial"/>
                <a:cs typeface="Arial"/>
              </a:defRPr>
            </a:lvl5pPr>
            <a:lvl6pPr>
              <a:defRPr sz="2400" b="0">
                <a:solidFill>
                  <a:srgbClr val="F5F7F9"/>
                </a:solidFill>
                <a:latin typeface="Arial"/>
                <a:ea typeface="Arial"/>
                <a:cs typeface="Arial"/>
              </a:defRPr>
            </a:lvl6pPr>
            <a:lvl7pPr>
              <a:defRPr sz="2400" b="0">
                <a:solidFill>
                  <a:srgbClr val="F5F7F9"/>
                </a:solidFill>
                <a:latin typeface="Arial"/>
                <a:ea typeface="Arial"/>
                <a:cs typeface="Arial"/>
              </a:defRPr>
            </a:lvl7pPr>
            <a:lvl8pPr>
              <a:defRPr sz="2400" b="0">
                <a:solidFill>
                  <a:srgbClr val="F5F7F9"/>
                </a:solidFill>
                <a:latin typeface="Arial"/>
                <a:ea typeface="Arial"/>
                <a:cs typeface="Arial"/>
              </a:defRPr>
            </a:lvl8pPr>
            <a:lvl9pPr>
              <a:defRPr sz="2400" b="0">
                <a:solidFill>
                  <a:srgbClr val="F5F7F9"/>
                </a:solidFill>
                <a:latin typeface="Arial"/>
                <a:ea typeface="Arial"/>
                <a:cs typeface="Arial"/>
              </a:defRPr>
            </a:lvl9pPr>
          </a:lstStyle>
          <a:p xmlns:a="http://schemas.openxmlformats.org/drawingml/2006/main">
            <a:pPr>
              <a:defRPr sz="2400" b="0">
                <a:solidFill>
                  <a:srgbClr val="F5F7F9"/>
                </a:solidFill>
                <a:latin typeface="Arial"/>
                <a:ea typeface="Arial"/>
                <a:cs typeface="Arial"/>
              </a:defRPr>
            </a:pPr>
            <a:r>
              <a:rPr sz="2400" b="0">
                <a:solidFill>
                  <a:srgbClr val="F5F7F9"/>
                </a:solidFill>
                <a:latin typeface="Arial"/>
                <a:ea typeface="Arial"/>
                <a:cs typeface="Arial"/>
              </a:rPr>
              <a:t>01  Enter a campus ID</a:t>
            </a:r>
          </a:p>
        </p:txBody>
      </p:sp>
      <p:sp>
        <p:nvSpPr>
          <p:cNvPr id="5" name="02  Ask for the next class">
            <a:extLst xmlns:a="http://schemas.openxmlformats.org/drawingml/2006/main">
              <a:ext uri="{FF2B5EF4-FFF2-40B4-BE49-F238E27FC236}">
                <a16:creationId xmlns:a16="http://schemas.microsoft.com/office/drawing/2014/main" id="{DC9AB2C7-E14D-4185-B3A1-124ACB41B036}"/>
              </a:ext>
            </a:extLst>
          </p:cNvPr>
          <p:cNvSpPr>
            <a:spLocks xmlns:a="http://schemas.openxmlformats.org/drawingml/2006/main" noGrp="1"/>
          </p:cNvSpPr>
          <p:nvPr/>
        </p:nvSpPr>
        <p:spPr>
          <a:xfrm xmlns:a="http://schemas.openxmlformats.org/drawingml/2006/main">
            <a:off x="704850" y="238125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5F7F9"/>
                </a:solidFill>
                <a:latin typeface="Arial"/>
                <a:ea typeface="Arial"/>
                <a:cs typeface="Arial"/>
              </a:defRPr>
            </a:defPPr>
            <a:lvl1pPr>
              <a:defRPr sz="2400" b="0">
                <a:solidFill>
                  <a:srgbClr val="F5F7F9"/>
                </a:solidFill>
                <a:latin typeface="Arial"/>
                <a:ea typeface="Arial"/>
                <a:cs typeface="Arial"/>
              </a:defRPr>
            </a:lvl1pPr>
            <a:lvl2pPr>
              <a:defRPr sz="2400" b="0">
                <a:solidFill>
                  <a:srgbClr val="F5F7F9"/>
                </a:solidFill>
                <a:latin typeface="Arial"/>
                <a:ea typeface="Arial"/>
                <a:cs typeface="Arial"/>
              </a:defRPr>
            </a:lvl2pPr>
            <a:lvl3pPr>
              <a:defRPr sz="2400" b="0">
                <a:solidFill>
                  <a:srgbClr val="F5F7F9"/>
                </a:solidFill>
                <a:latin typeface="Arial"/>
                <a:ea typeface="Arial"/>
                <a:cs typeface="Arial"/>
              </a:defRPr>
            </a:lvl3pPr>
            <a:lvl4pPr>
              <a:defRPr sz="2400" b="0">
                <a:solidFill>
                  <a:srgbClr val="F5F7F9"/>
                </a:solidFill>
                <a:latin typeface="Arial"/>
                <a:ea typeface="Arial"/>
                <a:cs typeface="Arial"/>
              </a:defRPr>
            </a:lvl4pPr>
            <a:lvl5pPr>
              <a:defRPr sz="2400" b="0">
                <a:solidFill>
                  <a:srgbClr val="F5F7F9"/>
                </a:solidFill>
                <a:latin typeface="Arial"/>
                <a:ea typeface="Arial"/>
                <a:cs typeface="Arial"/>
              </a:defRPr>
            </a:lvl5pPr>
            <a:lvl6pPr>
              <a:defRPr sz="2400" b="0">
                <a:solidFill>
                  <a:srgbClr val="F5F7F9"/>
                </a:solidFill>
                <a:latin typeface="Arial"/>
                <a:ea typeface="Arial"/>
                <a:cs typeface="Arial"/>
              </a:defRPr>
            </a:lvl6pPr>
            <a:lvl7pPr>
              <a:defRPr sz="2400" b="0">
                <a:solidFill>
                  <a:srgbClr val="F5F7F9"/>
                </a:solidFill>
                <a:latin typeface="Arial"/>
                <a:ea typeface="Arial"/>
                <a:cs typeface="Arial"/>
              </a:defRPr>
            </a:lvl7pPr>
            <a:lvl8pPr>
              <a:defRPr sz="2400" b="0">
                <a:solidFill>
                  <a:srgbClr val="F5F7F9"/>
                </a:solidFill>
                <a:latin typeface="Arial"/>
                <a:ea typeface="Arial"/>
                <a:cs typeface="Arial"/>
              </a:defRPr>
            </a:lvl8pPr>
            <a:lvl9pPr>
              <a:defRPr sz="2400" b="0">
                <a:solidFill>
                  <a:srgbClr val="F5F7F9"/>
                </a:solidFill>
                <a:latin typeface="Arial"/>
                <a:ea typeface="Arial"/>
                <a:cs typeface="Arial"/>
              </a:defRPr>
            </a:lvl9pPr>
          </a:lstStyle>
          <a:p xmlns:a="http://schemas.openxmlformats.org/drawingml/2006/main">
            <a:pPr>
              <a:defRPr sz="2400" b="0">
                <a:solidFill>
                  <a:srgbClr val="F5F7F9"/>
                </a:solidFill>
                <a:latin typeface="Arial"/>
                <a:ea typeface="Arial"/>
                <a:cs typeface="Arial"/>
              </a:defRPr>
            </a:pPr>
            <a:r>
              <a:rPr sz="2400" b="0">
                <a:solidFill>
                  <a:srgbClr val="F5F7F9"/>
                </a:solidFill>
                <a:latin typeface="Arial"/>
                <a:ea typeface="Arial"/>
                <a:cs typeface="Arial"/>
              </a:rPr>
              <a:t>02  Ask for the next class</a:t>
            </a:r>
          </a:p>
        </p:txBody>
      </p:sp>
      <p:sp>
        <p:nvSpPr>
          <p:cNvPr id="6" name="03  Open its map destination">
            <a:extLst xmlns:a="http://schemas.openxmlformats.org/drawingml/2006/main">
              <a:ext uri="{FF2B5EF4-FFF2-40B4-BE49-F238E27FC236}">
                <a16:creationId xmlns:a16="http://schemas.microsoft.com/office/drawing/2014/main" id="{73C9710A-E8EE-4D9C-874A-151FEAE9720E}"/>
              </a:ext>
            </a:extLst>
          </p:cNvPr>
          <p:cNvSpPr>
            <a:spLocks xmlns:a="http://schemas.openxmlformats.org/drawingml/2006/main" noGrp="1"/>
          </p:cNvSpPr>
          <p:nvPr/>
        </p:nvSpPr>
        <p:spPr>
          <a:xfrm xmlns:a="http://schemas.openxmlformats.org/drawingml/2006/main">
            <a:off x="704850" y="298132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5F7F9"/>
                </a:solidFill>
                <a:latin typeface="Arial"/>
                <a:ea typeface="Arial"/>
                <a:cs typeface="Arial"/>
              </a:defRPr>
            </a:defPPr>
            <a:lvl1pPr>
              <a:defRPr sz="2400" b="0">
                <a:solidFill>
                  <a:srgbClr val="F5F7F9"/>
                </a:solidFill>
                <a:latin typeface="Arial"/>
                <a:ea typeface="Arial"/>
                <a:cs typeface="Arial"/>
              </a:defRPr>
            </a:lvl1pPr>
            <a:lvl2pPr>
              <a:defRPr sz="2400" b="0">
                <a:solidFill>
                  <a:srgbClr val="F5F7F9"/>
                </a:solidFill>
                <a:latin typeface="Arial"/>
                <a:ea typeface="Arial"/>
                <a:cs typeface="Arial"/>
              </a:defRPr>
            </a:lvl2pPr>
            <a:lvl3pPr>
              <a:defRPr sz="2400" b="0">
                <a:solidFill>
                  <a:srgbClr val="F5F7F9"/>
                </a:solidFill>
                <a:latin typeface="Arial"/>
                <a:ea typeface="Arial"/>
                <a:cs typeface="Arial"/>
              </a:defRPr>
            </a:lvl3pPr>
            <a:lvl4pPr>
              <a:defRPr sz="2400" b="0">
                <a:solidFill>
                  <a:srgbClr val="F5F7F9"/>
                </a:solidFill>
                <a:latin typeface="Arial"/>
                <a:ea typeface="Arial"/>
                <a:cs typeface="Arial"/>
              </a:defRPr>
            </a:lvl4pPr>
            <a:lvl5pPr>
              <a:defRPr sz="2400" b="0">
                <a:solidFill>
                  <a:srgbClr val="F5F7F9"/>
                </a:solidFill>
                <a:latin typeface="Arial"/>
                <a:ea typeface="Arial"/>
                <a:cs typeface="Arial"/>
              </a:defRPr>
            </a:lvl5pPr>
            <a:lvl6pPr>
              <a:defRPr sz="2400" b="0">
                <a:solidFill>
                  <a:srgbClr val="F5F7F9"/>
                </a:solidFill>
                <a:latin typeface="Arial"/>
                <a:ea typeface="Arial"/>
                <a:cs typeface="Arial"/>
              </a:defRPr>
            </a:lvl6pPr>
            <a:lvl7pPr>
              <a:defRPr sz="2400" b="0">
                <a:solidFill>
                  <a:srgbClr val="F5F7F9"/>
                </a:solidFill>
                <a:latin typeface="Arial"/>
                <a:ea typeface="Arial"/>
                <a:cs typeface="Arial"/>
              </a:defRPr>
            </a:lvl7pPr>
            <a:lvl8pPr>
              <a:defRPr sz="2400" b="0">
                <a:solidFill>
                  <a:srgbClr val="F5F7F9"/>
                </a:solidFill>
                <a:latin typeface="Arial"/>
                <a:ea typeface="Arial"/>
                <a:cs typeface="Arial"/>
              </a:defRPr>
            </a:lvl8pPr>
            <a:lvl9pPr>
              <a:defRPr sz="2400" b="0">
                <a:solidFill>
                  <a:srgbClr val="F5F7F9"/>
                </a:solidFill>
                <a:latin typeface="Arial"/>
                <a:ea typeface="Arial"/>
                <a:cs typeface="Arial"/>
              </a:defRPr>
            </a:lvl9pPr>
          </a:lstStyle>
          <a:p xmlns:a="http://schemas.openxmlformats.org/drawingml/2006/main">
            <a:pPr>
              <a:defRPr sz="2400" b="0">
                <a:solidFill>
                  <a:srgbClr val="F5F7F9"/>
                </a:solidFill>
                <a:latin typeface="Arial"/>
                <a:ea typeface="Arial"/>
                <a:cs typeface="Arial"/>
              </a:defRPr>
            </a:pPr>
            <a:r>
              <a:rPr sz="2400" b="0">
                <a:solidFill>
                  <a:srgbClr val="F5F7F9"/>
                </a:solidFill>
                <a:latin typeface="Arial"/>
                <a:ea typeface="Arial"/>
                <a:cs typeface="Arial"/>
              </a:rPr>
              <a:t>03  Open its map destination</a:t>
            </a:r>
          </a:p>
        </p:txBody>
      </p:sp>
      <p:sp>
        <p:nvSpPr>
          <p:cNvPr id="7" name="04  Go offline and ask again">
            <a:extLst xmlns:a="http://schemas.openxmlformats.org/drawingml/2006/main">
              <a:ext uri="{FF2B5EF4-FFF2-40B4-BE49-F238E27FC236}">
                <a16:creationId xmlns:a16="http://schemas.microsoft.com/office/drawing/2014/main" id="{DDC0E70E-680F-4FB6-95C5-C6802B081503}"/>
              </a:ext>
            </a:extLst>
          </p:cNvPr>
          <p:cNvSpPr>
            <a:spLocks xmlns:a="http://schemas.openxmlformats.org/drawingml/2006/main" noGrp="1"/>
          </p:cNvSpPr>
          <p:nvPr/>
        </p:nvSpPr>
        <p:spPr>
          <a:xfrm xmlns:a="http://schemas.openxmlformats.org/drawingml/2006/main">
            <a:off x="704850" y="358140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C5FF4A"/>
                </a:solidFill>
                <a:latin typeface="Arial"/>
                <a:ea typeface="Arial"/>
                <a:cs typeface="Arial"/>
              </a:defRPr>
            </a:defPPr>
            <a:lvl1pPr>
              <a:defRPr sz="2400" b="1">
                <a:solidFill>
                  <a:srgbClr val="C5FF4A"/>
                </a:solidFill>
                <a:latin typeface="Arial"/>
                <a:ea typeface="Arial"/>
                <a:cs typeface="Arial"/>
              </a:defRPr>
            </a:lvl1pPr>
            <a:lvl2pPr>
              <a:defRPr sz="2400" b="1">
                <a:solidFill>
                  <a:srgbClr val="C5FF4A"/>
                </a:solidFill>
                <a:latin typeface="Arial"/>
                <a:ea typeface="Arial"/>
                <a:cs typeface="Arial"/>
              </a:defRPr>
            </a:lvl2pPr>
            <a:lvl3pPr>
              <a:defRPr sz="2400" b="1">
                <a:solidFill>
                  <a:srgbClr val="C5FF4A"/>
                </a:solidFill>
                <a:latin typeface="Arial"/>
                <a:ea typeface="Arial"/>
                <a:cs typeface="Arial"/>
              </a:defRPr>
            </a:lvl3pPr>
            <a:lvl4pPr>
              <a:defRPr sz="2400" b="1">
                <a:solidFill>
                  <a:srgbClr val="C5FF4A"/>
                </a:solidFill>
                <a:latin typeface="Arial"/>
                <a:ea typeface="Arial"/>
                <a:cs typeface="Arial"/>
              </a:defRPr>
            </a:lvl4pPr>
            <a:lvl5pPr>
              <a:defRPr sz="2400" b="1">
                <a:solidFill>
                  <a:srgbClr val="C5FF4A"/>
                </a:solidFill>
                <a:latin typeface="Arial"/>
                <a:ea typeface="Arial"/>
                <a:cs typeface="Arial"/>
              </a:defRPr>
            </a:lvl5pPr>
            <a:lvl6pPr>
              <a:defRPr sz="2400" b="1">
                <a:solidFill>
                  <a:srgbClr val="C5FF4A"/>
                </a:solidFill>
                <a:latin typeface="Arial"/>
                <a:ea typeface="Arial"/>
                <a:cs typeface="Arial"/>
              </a:defRPr>
            </a:lvl6pPr>
            <a:lvl7pPr>
              <a:defRPr sz="2400" b="1">
                <a:solidFill>
                  <a:srgbClr val="C5FF4A"/>
                </a:solidFill>
                <a:latin typeface="Arial"/>
                <a:ea typeface="Arial"/>
                <a:cs typeface="Arial"/>
              </a:defRPr>
            </a:lvl7pPr>
            <a:lvl8pPr>
              <a:defRPr sz="2400" b="1">
                <a:solidFill>
                  <a:srgbClr val="C5FF4A"/>
                </a:solidFill>
                <a:latin typeface="Arial"/>
                <a:ea typeface="Arial"/>
                <a:cs typeface="Arial"/>
              </a:defRPr>
            </a:lvl8pPr>
            <a:lvl9pPr>
              <a:defRPr sz="2400" b="1">
                <a:solidFill>
                  <a:srgbClr val="C5FF4A"/>
                </a:solidFill>
                <a:latin typeface="Arial"/>
                <a:ea typeface="Arial"/>
                <a:cs typeface="Arial"/>
              </a:defRPr>
            </a:lvl9pPr>
          </a:lstStyle>
          <a:p xmlns:a="http://schemas.openxmlformats.org/drawingml/2006/main">
            <a:pPr>
              <a:defRPr sz="2400" b="1">
                <a:solidFill>
                  <a:srgbClr val="C5FF4A"/>
                </a:solidFill>
                <a:latin typeface="Arial"/>
                <a:ea typeface="Arial"/>
                <a:cs typeface="Arial"/>
              </a:defRPr>
            </a:pPr>
            <a:r>
              <a:rPr sz="2400" b="1">
                <a:solidFill>
                  <a:srgbClr val="C5FF4A"/>
                </a:solidFill>
                <a:latin typeface="Arial"/>
                <a:ea typeface="Arial"/>
                <a:cs typeface="Arial"/>
              </a:rPr>
              <a:t>04  Go offline and ask again</a:t>
            </a:r>
          </a:p>
        </p:txBody>
      </p:sp>
      <p:sp>
        <p:nvSpPr>
          <p:cNvPr id="8" name="15/15">
            <a:extLst xmlns:a="http://schemas.openxmlformats.org/drawingml/2006/main">
              <a:ext uri="{FF2B5EF4-FFF2-40B4-BE49-F238E27FC236}">
                <a16:creationId xmlns:a16="http://schemas.microsoft.com/office/drawing/2014/main" id="{DCE4FCB8-AEDB-4C87-AF91-89FA46B72BB3}"/>
              </a:ext>
            </a:extLst>
          </p:cNvPr>
          <p:cNvSpPr>
            <a:spLocks xmlns:a="http://schemas.openxmlformats.org/drawingml/2006/main" noGrp="1"/>
          </p:cNvSpPr>
          <p:nvPr/>
        </p:nvSpPr>
        <p:spPr>
          <a:xfrm xmlns:a="http://schemas.openxmlformats.org/drawingml/2006/main">
            <a:off x="8181975" y="17240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925" b="1">
                <a:solidFill>
                  <a:srgbClr val="C5FF4A"/>
                </a:solidFill>
                <a:latin typeface="Arial"/>
                <a:ea typeface="Arial"/>
                <a:cs typeface="Arial"/>
              </a:defRPr>
            </a:defPPr>
            <a:lvl1pPr>
              <a:defRPr sz="5925" b="1">
                <a:solidFill>
                  <a:srgbClr val="C5FF4A"/>
                </a:solidFill>
                <a:latin typeface="Arial"/>
                <a:ea typeface="Arial"/>
                <a:cs typeface="Arial"/>
              </a:defRPr>
            </a:lvl1pPr>
            <a:lvl2pPr>
              <a:defRPr sz="5925" b="1">
                <a:solidFill>
                  <a:srgbClr val="C5FF4A"/>
                </a:solidFill>
                <a:latin typeface="Arial"/>
                <a:ea typeface="Arial"/>
                <a:cs typeface="Arial"/>
              </a:defRPr>
            </a:lvl2pPr>
            <a:lvl3pPr>
              <a:defRPr sz="5925" b="1">
                <a:solidFill>
                  <a:srgbClr val="C5FF4A"/>
                </a:solidFill>
                <a:latin typeface="Arial"/>
                <a:ea typeface="Arial"/>
                <a:cs typeface="Arial"/>
              </a:defRPr>
            </a:lvl3pPr>
            <a:lvl4pPr>
              <a:defRPr sz="5925" b="1">
                <a:solidFill>
                  <a:srgbClr val="C5FF4A"/>
                </a:solidFill>
                <a:latin typeface="Arial"/>
                <a:ea typeface="Arial"/>
                <a:cs typeface="Arial"/>
              </a:defRPr>
            </a:lvl4pPr>
            <a:lvl5pPr>
              <a:defRPr sz="5925" b="1">
                <a:solidFill>
                  <a:srgbClr val="C5FF4A"/>
                </a:solidFill>
                <a:latin typeface="Arial"/>
                <a:ea typeface="Arial"/>
                <a:cs typeface="Arial"/>
              </a:defRPr>
            </a:lvl5pPr>
            <a:lvl6pPr>
              <a:defRPr sz="5925" b="1">
                <a:solidFill>
                  <a:srgbClr val="C5FF4A"/>
                </a:solidFill>
                <a:latin typeface="Arial"/>
                <a:ea typeface="Arial"/>
                <a:cs typeface="Arial"/>
              </a:defRPr>
            </a:lvl6pPr>
            <a:lvl7pPr>
              <a:defRPr sz="5925" b="1">
                <a:solidFill>
                  <a:srgbClr val="C5FF4A"/>
                </a:solidFill>
                <a:latin typeface="Arial"/>
                <a:ea typeface="Arial"/>
                <a:cs typeface="Arial"/>
              </a:defRPr>
            </a:lvl7pPr>
            <a:lvl8pPr>
              <a:defRPr sz="5925" b="1">
                <a:solidFill>
                  <a:srgbClr val="C5FF4A"/>
                </a:solidFill>
                <a:latin typeface="Arial"/>
                <a:ea typeface="Arial"/>
                <a:cs typeface="Arial"/>
              </a:defRPr>
            </a:lvl8pPr>
            <a:lvl9pPr>
              <a:defRPr sz="5925" b="1">
                <a:solidFill>
                  <a:srgbClr val="C5FF4A"/>
                </a:solidFill>
                <a:latin typeface="Arial"/>
                <a:ea typeface="Arial"/>
                <a:cs typeface="Arial"/>
              </a:defRPr>
            </a:lvl9pPr>
          </a:lstStyle>
          <a:p xmlns:a="http://schemas.openxmlformats.org/drawingml/2006/main">
            <a:pPr>
              <a:defRPr sz="5925" b="1">
                <a:solidFill>
                  <a:srgbClr val="C5FF4A"/>
                </a:solidFill>
                <a:latin typeface="Arial"/>
                <a:ea typeface="Arial"/>
                <a:cs typeface="Arial"/>
              </a:defRPr>
            </a:pPr>
            <a:r>
              <a:rPr sz="5925" b="1">
                <a:solidFill>
                  <a:srgbClr val="C5FF4A"/>
                </a:solidFill>
                <a:latin typeface="Arial"/>
                <a:ea typeface="Arial"/>
                <a:cs typeface="Arial"/>
              </a:rPr>
              <a:t>15/15</a:t>
            </a:r>
          </a:p>
        </p:txBody>
      </p:sp>
      <p:sp>
        <p:nvSpPr>
          <p:cNvPr id="9" name="recorded workflow checks passed">
            <a:extLst xmlns:a="http://schemas.openxmlformats.org/drawingml/2006/main">
              <a:ext uri="{FF2B5EF4-FFF2-40B4-BE49-F238E27FC236}">
                <a16:creationId xmlns:a16="http://schemas.microsoft.com/office/drawing/2014/main" id="{BC42661D-33DC-4DDB-ACE8-F9E2B552E919}"/>
              </a:ext>
            </a:extLst>
          </p:cNvPr>
          <p:cNvSpPr>
            <a:spLocks xmlns:a="http://schemas.openxmlformats.org/drawingml/2006/main" noGrp="1"/>
          </p:cNvSpPr>
          <p:nvPr/>
        </p:nvSpPr>
        <p:spPr>
          <a:xfrm xmlns:a="http://schemas.openxmlformats.org/drawingml/2006/main">
            <a:off x="8181975" y="2809875"/>
            <a:ext cx="323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5F7F9"/>
                </a:solidFill>
                <a:latin typeface="Arial"/>
                <a:ea typeface="Arial"/>
                <a:cs typeface="Arial"/>
              </a:defRPr>
            </a:defPPr>
            <a:lvl1pPr>
              <a:defRPr sz="2025" b="0">
                <a:solidFill>
                  <a:srgbClr val="F5F7F9"/>
                </a:solidFill>
                <a:latin typeface="Arial"/>
                <a:ea typeface="Arial"/>
                <a:cs typeface="Arial"/>
              </a:defRPr>
            </a:lvl1pPr>
            <a:lvl2pPr>
              <a:defRPr sz="2025" b="0">
                <a:solidFill>
                  <a:srgbClr val="F5F7F9"/>
                </a:solidFill>
                <a:latin typeface="Arial"/>
                <a:ea typeface="Arial"/>
                <a:cs typeface="Arial"/>
              </a:defRPr>
            </a:lvl2pPr>
            <a:lvl3pPr>
              <a:defRPr sz="2025" b="0">
                <a:solidFill>
                  <a:srgbClr val="F5F7F9"/>
                </a:solidFill>
                <a:latin typeface="Arial"/>
                <a:ea typeface="Arial"/>
                <a:cs typeface="Arial"/>
              </a:defRPr>
            </a:lvl3pPr>
            <a:lvl4pPr>
              <a:defRPr sz="2025" b="0">
                <a:solidFill>
                  <a:srgbClr val="F5F7F9"/>
                </a:solidFill>
                <a:latin typeface="Arial"/>
                <a:ea typeface="Arial"/>
                <a:cs typeface="Arial"/>
              </a:defRPr>
            </a:lvl4pPr>
            <a:lvl5pPr>
              <a:defRPr sz="2025" b="0">
                <a:solidFill>
                  <a:srgbClr val="F5F7F9"/>
                </a:solidFill>
                <a:latin typeface="Arial"/>
                <a:ea typeface="Arial"/>
                <a:cs typeface="Arial"/>
              </a:defRPr>
            </a:lvl5pPr>
            <a:lvl6pPr>
              <a:defRPr sz="2025" b="0">
                <a:solidFill>
                  <a:srgbClr val="F5F7F9"/>
                </a:solidFill>
                <a:latin typeface="Arial"/>
                <a:ea typeface="Arial"/>
                <a:cs typeface="Arial"/>
              </a:defRPr>
            </a:lvl6pPr>
            <a:lvl7pPr>
              <a:defRPr sz="2025" b="0">
                <a:solidFill>
                  <a:srgbClr val="F5F7F9"/>
                </a:solidFill>
                <a:latin typeface="Arial"/>
                <a:ea typeface="Arial"/>
                <a:cs typeface="Arial"/>
              </a:defRPr>
            </a:lvl7pPr>
            <a:lvl8pPr>
              <a:defRPr sz="2025" b="0">
                <a:solidFill>
                  <a:srgbClr val="F5F7F9"/>
                </a:solidFill>
                <a:latin typeface="Arial"/>
                <a:ea typeface="Arial"/>
                <a:cs typeface="Arial"/>
              </a:defRPr>
            </a:lvl8pPr>
            <a:lvl9pPr>
              <a:defRPr sz="2025" b="0">
                <a:solidFill>
                  <a:srgbClr val="F5F7F9"/>
                </a:solidFill>
                <a:latin typeface="Arial"/>
                <a:ea typeface="Arial"/>
                <a:cs typeface="Arial"/>
              </a:defRPr>
            </a:lvl9pPr>
          </a:lstStyle>
          <a:p xmlns:a="http://schemas.openxmlformats.org/drawingml/2006/main">
            <a:pPr>
              <a:defRPr sz="2025" b="0">
                <a:solidFill>
                  <a:srgbClr val="F5F7F9"/>
                </a:solidFill>
                <a:latin typeface="Arial"/>
                <a:ea typeface="Arial"/>
                <a:cs typeface="Arial"/>
              </a:defRPr>
            </a:pPr>
            <a:r>
              <a:rPr sz="2025" b="0">
                <a:solidFill>
                  <a:srgbClr val="F5F7F9"/>
                </a:solidFill>
                <a:latin typeface="Arial"/>
                <a:ea typeface="Arial"/>
                <a:cs typeface="Arial"/>
              </a:rPr>
              <a:t>recorded workflow checks passed</a:t>
            </a:r>
          </a:p>
        </p:txBody>
      </p:sp>
      <p:sp>
        <p:nvSpPr>
          <p:cNvPr id="10" name="Published demo package">
            <a:extLst xmlns:a="http://schemas.openxmlformats.org/drawingml/2006/main">
              <a:ext uri="{FF2B5EF4-FFF2-40B4-BE49-F238E27FC236}">
                <a16:creationId xmlns:a16="http://schemas.microsoft.com/office/drawing/2014/main" id="{F3D700C7-DCB0-40D3-848C-560349C22855}"/>
              </a:ext>
            </a:extLst>
          </p:cNvPr>
          <p:cNvSpPr>
            <a:spLocks xmlns:a="http://schemas.openxmlformats.org/drawingml/2006/main" noGrp="1"/>
          </p:cNvSpPr>
          <p:nvPr/>
        </p:nvSpPr>
        <p:spPr>
          <a:xfrm xmlns:a="http://schemas.openxmlformats.org/drawingml/2006/main">
            <a:off x="8181975" y="37909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DB8C7"/>
                </a:solidFill>
                <a:latin typeface="Arial"/>
                <a:ea typeface="Arial"/>
                <a:cs typeface="Arial"/>
              </a:defRPr>
            </a:defPPr>
            <a:lvl1pPr>
              <a:defRPr sz="1875" b="0">
                <a:solidFill>
                  <a:srgbClr val="ADB8C7"/>
                </a:solidFill>
                <a:latin typeface="Arial"/>
                <a:ea typeface="Arial"/>
                <a:cs typeface="Arial"/>
              </a:defRPr>
            </a:lvl1pPr>
            <a:lvl2pPr>
              <a:defRPr sz="1875" b="0">
                <a:solidFill>
                  <a:srgbClr val="ADB8C7"/>
                </a:solidFill>
                <a:latin typeface="Arial"/>
                <a:ea typeface="Arial"/>
                <a:cs typeface="Arial"/>
              </a:defRPr>
            </a:lvl2pPr>
            <a:lvl3pPr>
              <a:defRPr sz="1875" b="0">
                <a:solidFill>
                  <a:srgbClr val="ADB8C7"/>
                </a:solidFill>
                <a:latin typeface="Arial"/>
                <a:ea typeface="Arial"/>
                <a:cs typeface="Arial"/>
              </a:defRPr>
            </a:lvl3pPr>
            <a:lvl4pPr>
              <a:defRPr sz="1875" b="0">
                <a:solidFill>
                  <a:srgbClr val="ADB8C7"/>
                </a:solidFill>
                <a:latin typeface="Arial"/>
                <a:ea typeface="Arial"/>
                <a:cs typeface="Arial"/>
              </a:defRPr>
            </a:lvl4pPr>
            <a:lvl5pPr>
              <a:defRPr sz="1875" b="0">
                <a:solidFill>
                  <a:srgbClr val="ADB8C7"/>
                </a:solidFill>
                <a:latin typeface="Arial"/>
                <a:ea typeface="Arial"/>
                <a:cs typeface="Arial"/>
              </a:defRPr>
            </a:lvl5pPr>
            <a:lvl6pPr>
              <a:defRPr sz="1875" b="0">
                <a:solidFill>
                  <a:srgbClr val="ADB8C7"/>
                </a:solidFill>
                <a:latin typeface="Arial"/>
                <a:ea typeface="Arial"/>
                <a:cs typeface="Arial"/>
              </a:defRPr>
            </a:lvl6pPr>
            <a:lvl7pPr>
              <a:defRPr sz="1875" b="0">
                <a:solidFill>
                  <a:srgbClr val="ADB8C7"/>
                </a:solidFill>
                <a:latin typeface="Arial"/>
                <a:ea typeface="Arial"/>
                <a:cs typeface="Arial"/>
              </a:defRPr>
            </a:lvl7pPr>
            <a:lvl8pPr>
              <a:defRPr sz="1875" b="0">
                <a:solidFill>
                  <a:srgbClr val="ADB8C7"/>
                </a:solidFill>
                <a:latin typeface="Arial"/>
                <a:ea typeface="Arial"/>
                <a:cs typeface="Arial"/>
              </a:defRPr>
            </a:lvl8pPr>
            <a:lvl9pPr>
              <a:defRPr sz="1875" b="0">
                <a:solidFill>
                  <a:srgbClr val="ADB8C7"/>
                </a:solidFill>
                <a:latin typeface="Arial"/>
                <a:ea typeface="Arial"/>
                <a:cs typeface="Arial"/>
              </a:defRPr>
            </a:lvl9pPr>
          </a:lstStyle>
          <a:p xmlns:a="http://schemas.openxmlformats.org/drawingml/2006/main">
            <a:pPr>
              <a:defRPr sz="1875" b="0">
                <a:solidFill>
                  <a:srgbClr val="ADB8C7"/>
                </a:solidFill>
                <a:latin typeface="Arial"/>
                <a:ea typeface="Arial"/>
                <a:cs typeface="Arial"/>
              </a:defRPr>
            </a:pPr>
            <a:r>
              <a:rPr sz="1875" b="0">
                <a:solidFill>
                  <a:srgbClr val="ADB8C7"/>
                </a:solidFill>
                <a:latin typeface="Arial"/>
                <a:ea typeface="Arial"/>
                <a:cs typeface="Arial"/>
              </a:rPr>
              <a:t>Published demo package</a:t>
            </a:r>
          </a:p>
        </p:txBody>
      </p:sp>
      <p:sp>
        <p:nvSpPr>
          <p:cNvPr id="11" name="14 sections / 262 classes">
            <a:extLst xmlns:a="http://schemas.openxmlformats.org/drawingml/2006/main">
              <a:ext uri="{FF2B5EF4-FFF2-40B4-BE49-F238E27FC236}">
                <a16:creationId xmlns:a16="http://schemas.microsoft.com/office/drawing/2014/main" id="{485D777B-9E0E-424B-BD81-7C861DE6D941}"/>
              </a:ext>
            </a:extLst>
          </p:cNvPr>
          <p:cNvSpPr>
            <a:spLocks xmlns:a="http://schemas.openxmlformats.org/drawingml/2006/main" noGrp="1"/>
          </p:cNvSpPr>
          <p:nvPr/>
        </p:nvSpPr>
        <p:spPr>
          <a:xfrm xmlns:a="http://schemas.openxmlformats.org/drawingml/2006/main">
            <a:off x="8181975" y="4286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5F7F9"/>
                </a:solidFill>
                <a:latin typeface="Arial"/>
                <a:ea typeface="Arial"/>
                <a:cs typeface="Arial"/>
              </a:defRPr>
            </a:defPPr>
            <a:lvl1pPr>
              <a:defRPr sz="2175" b="1">
                <a:solidFill>
                  <a:srgbClr val="F5F7F9"/>
                </a:solidFill>
                <a:latin typeface="Arial"/>
                <a:ea typeface="Arial"/>
                <a:cs typeface="Arial"/>
              </a:defRPr>
            </a:lvl1pPr>
            <a:lvl2pPr>
              <a:defRPr sz="2175" b="1">
                <a:solidFill>
                  <a:srgbClr val="F5F7F9"/>
                </a:solidFill>
                <a:latin typeface="Arial"/>
                <a:ea typeface="Arial"/>
                <a:cs typeface="Arial"/>
              </a:defRPr>
            </a:lvl2pPr>
            <a:lvl3pPr>
              <a:defRPr sz="2175" b="1">
                <a:solidFill>
                  <a:srgbClr val="F5F7F9"/>
                </a:solidFill>
                <a:latin typeface="Arial"/>
                <a:ea typeface="Arial"/>
                <a:cs typeface="Arial"/>
              </a:defRPr>
            </a:lvl3pPr>
            <a:lvl4pPr>
              <a:defRPr sz="2175" b="1">
                <a:solidFill>
                  <a:srgbClr val="F5F7F9"/>
                </a:solidFill>
                <a:latin typeface="Arial"/>
                <a:ea typeface="Arial"/>
                <a:cs typeface="Arial"/>
              </a:defRPr>
            </a:lvl4pPr>
            <a:lvl5pPr>
              <a:defRPr sz="2175" b="1">
                <a:solidFill>
                  <a:srgbClr val="F5F7F9"/>
                </a:solidFill>
                <a:latin typeface="Arial"/>
                <a:ea typeface="Arial"/>
                <a:cs typeface="Arial"/>
              </a:defRPr>
            </a:lvl5pPr>
            <a:lvl6pPr>
              <a:defRPr sz="2175" b="1">
                <a:solidFill>
                  <a:srgbClr val="F5F7F9"/>
                </a:solidFill>
                <a:latin typeface="Arial"/>
                <a:ea typeface="Arial"/>
                <a:cs typeface="Arial"/>
              </a:defRPr>
            </a:lvl6pPr>
            <a:lvl7pPr>
              <a:defRPr sz="2175" b="1">
                <a:solidFill>
                  <a:srgbClr val="F5F7F9"/>
                </a:solidFill>
                <a:latin typeface="Arial"/>
                <a:ea typeface="Arial"/>
                <a:cs typeface="Arial"/>
              </a:defRPr>
            </a:lvl7pPr>
            <a:lvl8pPr>
              <a:defRPr sz="2175" b="1">
                <a:solidFill>
                  <a:srgbClr val="F5F7F9"/>
                </a:solidFill>
                <a:latin typeface="Arial"/>
                <a:ea typeface="Arial"/>
                <a:cs typeface="Arial"/>
              </a:defRPr>
            </a:lvl8pPr>
            <a:lvl9pPr>
              <a:defRPr sz="2175" b="1">
                <a:solidFill>
                  <a:srgbClr val="F5F7F9"/>
                </a:solidFill>
                <a:latin typeface="Arial"/>
                <a:ea typeface="Arial"/>
                <a:cs typeface="Arial"/>
              </a:defRPr>
            </a:lvl9pPr>
          </a:lstStyle>
          <a:p xmlns:a="http://schemas.openxmlformats.org/drawingml/2006/main">
            <a:pPr>
              <a:defRPr sz="2175" b="1">
                <a:solidFill>
                  <a:srgbClr val="F5F7F9"/>
                </a:solidFill>
                <a:latin typeface="Arial"/>
                <a:ea typeface="Arial"/>
                <a:cs typeface="Arial"/>
              </a:defRPr>
            </a:pPr>
            <a:r>
              <a:rPr sz="2175" b="1">
                <a:solidFill>
                  <a:srgbClr val="F5F7F9"/>
                </a:solidFill>
                <a:latin typeface="Arial"/>
                <a:ea typeface="Arial"/>
                <a:cs typeface="Arial"/>
              </a:rPr>
              <a:t>14 sections / 262 classes</a:t>
            </a:r>
          </a:p>
        </p:txBody>
      </p:sp>
      <p:sp>
        <p:nvSpPr>
          <p:cNvPr id="12" name="IITG demo: provisional theory times and approximate map pins">
            <a:extLst xmlns:a="http://schemas.openxmlformats.org/drawingml/2006/main">
              <a:ext uri="{FF2B5EF4-FFF2-40B4-BE49-F238E27FC236}">
                <a16:creationId xmlns:a16="http://schemas.microsoft.com/office/drawing/2014/main" id="{33E3024C-A84B-4A1E-82B5-C6F9FD16EA49}"/>
              </a:ext>
            </a:extLst>
          </p:cNvPr>
          <p:cNvSpPr>
            <a:spLocks xmlns:a="http://schemas.openxmlformats.org/drawingml/2006/main" noGrp="1"/>
          </p:cNvSpPr>
          <p:nvPr/>
        </p:nvSpPr>
        <p:spPr>
          <a:xfrm xmlns:a="http://schemas.openxmlformats.org/drawingml/2006/main">
            <a:off x="704850" y="52387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FF7565"/>
                </a:solidFill>
                <a:latin typeface="Arial"/>
                <a:ea typeface="Arial"/>
                <a:cs typeface="Arial"/>
              </a:defRPr>
            </a:defPPr>
            <a:lvl1pPr>
              <a:defRPr sz="1950" b="1">
                <a:solidFill>
                  <a:srgbClr val="FF7565"/>
                </a:solidFill>
                <a:latin typeface="Arial"/>
                <a:ea typeface="Arial"/>
                <a:cs typeface="Arial"/>
              </a:defRPr>
            </a:lvl1pPr>
            <a:lvl2pPr>
              <a:defRPr sz="1950" b="1">
                <a:solidFill>
                  <a:srgbClr val="FF7565"/>
                </a:solidFill>
                <a:latin typeface="Arial"/>
                <a:ea typeface="Arial"/>
                <a:cs typeface="Arial"/>
              </a:defRPr>
            </a:lvl2pPr>
            <a:lvl3pPr>
              <a:defRPr sz="1950" b="1">
                <a:solidFill>
                  <a:srgbClr val="FF7565"/>
                </a:solidFill>
                <a:latin typeface="Arial"/>
                <a:ea typeface="Arial"/>
                <a:cs typeface="Arial"/>
              </a:defRPr>
            </a:lvl3pPr>
            <a:lvl4pPr>
              <a:defRPr sz="1950" b="1">
                <a:solidFill>
                  <a:srgbClr val="FF7565"/>
                </a:solidFill>
                <a:latin typeface="Arial"/>
                <a:ea typeface="Arial"/>
                <a:cs typeface="Arial"/>
              </a:defRPr>
            </a:lvl4pPr>
            <a:lvl5pPr>
              <a:defRPr sz="1950" b="1">
                <a:solidFill>
                  <a:srgbClr val="FF7565"/>
                </a:solidFill>
                <a:latin typeface="Arial"/>
                <a:ea typeface="Arial"/>
                <a:cs typeface="Arial"/>
              </a:defRPr>
            </a:lvl5pPr>
            <a:lvl6pPr>
              <a:defRPr sz="1950" b="1">
                <a:solidFill>
                  <a:srgbClr val="FF7565"/>
                </a:solidFill>
                <a:latin typeface="Arial"/>
                <a:ea typeface="Arial"/>
                <a:cs typeface="Arial"/>
              </a:defRPr>
            </a:lvl6pPr>
            <a:lvl7pPr>
              <a:defRPr sz="1950" b="1">
                <a:solidFill>
                  <a:srgbClr val="FF7565"/>
                </a:solidFill>
                <a:latin typeface="Arial"/>
                <a:ea typeface="Arial"/>
                <a:cs typeface="Arial"/>
              </a:defRPr>
            </a:lvl7pPr>
            <a:lvl8pPr>
              <a:defRPr sz="1950" b="1">
                <a:solidFill>
                  <a:srgbClr val="FF7565"/>
                </a:solidFill>
                <a:latin typeface="Arial"/>
                <a:ea typeface="Arial"/>
                <a:cs typeface="Arial"/>
              </a:defRPr>
            </a:lvl8pPr>
            <a:lvl9pPr>
              <a:defRPr sz="1950" b="1">
                <a:solidFill>
                  <a:srgbClr val="FF7565"/>
                </a:solidFill>
                <a:latin typeface="Arial"/>
                <a:ea typeface="Arial"/>
                <a:cs typeface="Arial"/>
              </a:defRPr>
            </a:lvl9pPr>
          </a:lstStyle>
          <a:p xmlns:a="http://schemas.openxmlformats.org/drawingml/2006/main">
            <a:pPr>
              <a:defRPr sz="1950" b="1">
                <a:solidFill>
                  <a:srgbClr val="FF7565"/>
                </a:solidFill>
                <a:latin typeface="Arial"/>
                <a:ea typeface="Arial"/>
                <a:cs typeface="Arial"/>
              </a:defRPr>
            </a:pPr>
            <a:r>
              <a:rPr sz="1950" b="1">
                <a:solidFill>
                  <a:srgbClr val="FF7565"/>
                </a:solidFill>
                <a:latin typeface="Arial"/>
                <a:ea typeface="Arial"/>
                <a:cs typeface="Arial"/>
              </a:rPr>
              <a:t>IITG demo: provisional theory times and approximate map pins.</a:t>
            </a:r>
          </a:p>
        </p:txBody>
      </p:sp>
      <p:sp>
        <p:nvSpPr>
          <p:cNvPr id="13" name="Uno Q / ESP32 hardware sync is not demonstrated.">
            <a:extLst xmlns:a="http://schemas.openxmlformats.org/drawingml/2006/main">
              <a:ext uri="{FF2B5EF4-FFF2-40B4-BE49-F238E27FC236}">
                <a16:creationId xmlns:a16="http://schemas.microsoft.com/office/drawing/2014/main" id="{7B03A2EB-CEB8-4FF1-BEE2-69147621AE8D}"/>
              </a:ext>
            </a:extLst>
          </p:cNvPr>
          <p:cNvSpPr>
            <a:spLocks xmlns:a="http://schemas.openxmlformats.org/drawingml/2006/main" noGrp="1"/>
          </p:cNvSpPr>
          <p:nvPr/>
        </p:nvSpPr>
        <p:spPr>
          <a:xfrm xmlns:a="http://schemas.openxmlformats.org/drawingml/2006/main">
            <a:off x="704850" y="57816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DB8C7"/>
                </a:solidFill>
                <a:latin typeface="Arial"/>
                <a:ea typeface="Arial"/>
                <a:cs typeface="Arial"/>
              </a:defRPr>
            </a:defPPr>
            <a:lvl1pPr>
              <a:defRPr sz="1800" b="0">
                <a:solidFill>
                  <a:srgbClr val="ADB8C7"/>
                </a:solidFill>
                <a:latin typeface="Arial"/>
                <a:ea typeface="Arial"/>
                <a:cs typeface="Arial"/>
              </a:defRPr>
            </a:lvl1pPr>
            <a:lvl2pPr>
              <a:defRPr sz="1800" b="0">
                <a:solidFill>
                  <a:srgbClr val="ADB8C7"/>
                </a:solidFill>
                <a:latin typeface="Arial"/>
                <a:ea typeface="Arial"/>
                <a:cs typeface="Arial"/>
              </a:defRPr>
            </a:lvl2pPr>
            <a:lvl3pPr>
              <a:defRPr sz="1800" b="0">
                <a:solidFill>
                  <a:srgbClr val="ADB8C7"/>
                </a:solidFill>
                <a:latin typeface="Arial"/>
                <a:ea typeface="Arial"/>
                <a:cs typeface="Arial"/>
              </a:defRPr>
            </a:lvl3pPr>
            <a:lvl4pPr>
              <a:defRPr sz="1800" b="0">
                <a:solidFill>
                  <a:srgbClr val="ADB8C7"/>
                </a:solidFill>
                <a:latin typeface="Arial"/>
                <a:ea typeface="Arial"/>
                <a:cs typeface="Arial"/>
              </a:defRPr>
            </a:lvl4pPr>
            <a:lvl5pPr>
              <a:defRPr sz="1800" b="0">
                <a:solidFill>
                  <a:srgbClr val="ADB8C7"/>
                </a:solidFill>
                <a:latin typeface="Arial"/>
                <a:ea typeface="Arial"/>
                <a:cs typeface="Arial"/>
              </a:defRPr>
            </a:lvl5pPr>
            <a:lvl6pPr>
              <a:defRPr sz="1800" b="0">
                <a:solidFill>
                  <a:srgbClr val="ADB8C7"/>
                </a:solidFill>
                <a:latin typeface="Arial"/>
                <a:ea typeface="Arial"/>
                <a:cs typeface="Arial"/>
              </a:defRPr>
            </a:lvl6pPr>
            <a:lvl7pPr>
              <a:defRPr sz="1800" b="0">
                <a:solidFill>
                  <a:srgbClr val="ADB8C7"/>
                </a:solidFill>
                <a:latin typeface="Arial"/>
                <a:ea typeface="Arial"/>
                <a:cs typeface="Arial"/>
              </a:defRPr>
            </a:lvl7pPr>
            <a:lvl8pPr>
              <a:defRPr sz="1800" b="0">
                <a:solidFill>
                  <a:srgbClr val="ADB8C7"/>
                </a:solidFill>
                <a:latin typeface="Arial"/>
                <a:ea typeface="Arial"/>
                <a:cs typeface="Arial"/>
              </a:defRPr>
            </a:lvl8pPr>
            <a:lvl9pPr>
              <a:defRPr sz="1800" b="0">
                <a:solidFill>
                  <a:srgbClr val="ADB8C7"/>
                </a:solidFill>
                <a:latin typeface="Arial"/>
                <a:ea typeface="Arial"/>
                <a:cs typeface="Arial"/>
              </a:defRPr>
            </a:lvl9pPr>
          </a:lstStyle>
          <a:p xmlns:a="http://schemas.openxmlformats.org/drawingml/2006/main">
            <a:pPr>
              <a:defRPr sz="1800" b="0">
                <a:solidFill>
                  <a:srgbClr val="ADB8C7"/>
                </a:solidFill>
                <a:latin typeface="Arial"/>
                <a:ea typeface="Arial"/>
                <a:cs typeface="Arial"/>
              </a:defRPr>
            </a:pPr>
            <a:r>
              <a:rPr sz="1800" b="0">
                <a:solidFill>
                  <a:srgbClr val="ADB8C7"/>
                </a:solidFill>
                <a:latin typeface="Arial"/>
                <a:ea typeface="Arial"/>
                <a:cs typeface="Arial"/>
              </a:rPr>
              <a:t>Uno Q / ESP32 hardware sync is not demonstrated.</a:t>
            </a:r>
          </a:p>
        </p:txBody>
      </p:sp>
    </p:spTree>
    <p:extLst>
      <p:ext uri="{BB962C8B-B14F-4D97-AF65-F5344CB8AC3E}">
        <p14:creationId xmlns:p14="http://schemas.microsoft.com/office/powerpoint/2010/main" val="1110293259"/>
      </p:ext>
    </p:extLst>
  </p:cSld>
</p:sld>
</file>

<file path=ppt/slides/slide5.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12" name="One request, the right engine">
            <a:extLst xmlns:a="http://schemas.openxmlformats.org/drawingml/2006/main">
              <a:ext uri="{FF2B5EF4-FFF2-40B4-BE49-F238E27FC236}">
                <a16:creationId xmlns:a16="http://schemas.microsoft.com/office/drawing/2014/main" id="{0806090A-FBF6-45A3-A30E-83DA1E080C24}"/>
              </a:ext>
            </a:extLst>
          </p:cNvPr>
          <p:cNvSpPr>
            <a:spLocks xmlns:a="http://schemas.openxmlformats.org/drawingml/2006/main" noGrp="1"/>
          </p:cNvSpPr>
          <p:nvPr/>
        </p:nvSpPr>
        <p:spPr>
          <a:xfrm xmlns:a="http://schemas.openxmlformats.org/drawingml/2006/main">
            <a:off x="628650" y="5524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5F7F9"/>
                </a:solidFill>
                <a:latin typeface="Arial"/>
                <a:ea typeface="Arial"/>
                <a:cs typeface="Arial"/>
              </a:defRPr>
            </a:defPPr>
            <a:lvl1pPr>
              <a:defRPr sz="4275" b="1">
                <a:solidFill>
                  <a:srgbClr val="F5F7F9"/>
                </a:solidFill>
                <a:latin typeface="Arial"/>
                <a:ea typeface="Arial"/>
                <a:cs typeface="Arial"/>
              </a:defRPr>
            </a:lvl1pPr>
            <a:lvl2pPr>
              <a:defRPr sz="4275" b="1">
                <a:solidFill>
                  <a:srgbClr val="F5F7F9"/>
                </a:solidFill>
                <a:latin typeface="Arial"/>
                <a:ea typeface="Arial"/>
                <a:cs typeface="Arial"/>
              </a:defRPr>
            </a:lvl2pPr>
            <a:lvl3pPr>
              <a:defRPr sz="4275" b="1">
                <a:solidFill>
                  <a:srgbClr val="F5F7F9"/>
                </a:solidFill>
                <a:latin typeface="Arial"/>
                <a:ea typeface="Arial"/>
                <a:cs typeface="Arial"/>
              </a:defRPr>
            </a:lvl3pPr>
            <a:lvl4pPr>
              <a:defRPr sz="4275" b="1">
                <a:solidFill>
                  <a:srgbClr val="F5F7F9"/>
                </a:solidFill>
                <a:latin typeface="Arial"/>
                <a:ea typeface="Arial"/>
                <a:cs typeface="Arial"/>
              </a:defRPr>
            </a:lvl4pPr>
            <a:lvl5pPr>
              <a:defRPr sz="4275" b="1">
                <a:solidFill>
                  <a:srgbClr val="F5F7F9"/>
                </a:solidFill>
                <a:latin typeface="Arial"/>
                <a:ea typeface="Arial"/>
                <a:cs typeface="Arial"/>
              </a:defRPr>
            </a:lvl5pPr>
            <a:lvl6pPr>
              <a:defRPr sz="4275" b="1">
                <a:solidFill>
                  <a:srgbClr val="F5F7F9"/>
                </a:solidFill>
                <a:latin typeface="Arial"/>
                <a:ea typeface="Arial"/>
                <a:cs typeface="Arial"/>
              </a:defRPr>
            </a:lvl6pPr>
            <a:lvl7pPr>
              <a:defRPr sz="4275" b="1">
                <a:solidFill>
                  <a:srgbClr val="F5F7F9"/>
                </a:solidFill>
                <a:latin typeface="Arial"/>
                <a:ea typeface="Arial"/>
                <a:cs typeface="Arial"/>
              </a:defRPr>
            </a:lvl7pPr>
            <a:lvl8pPr>
              <a:defRPr sz="4275" b="1">
                <a:solidFill>
                  <a:srgbClr val="F5F7F9"/>
                </a:solidFill>
                <a:latin typeface="Arial"/>
                <a:ea typeface="Arial"/>
                <a:cs typeface="Arial"/>
              </a:defRPr>
            </a:lvl8pPr>
            <a:lvl9pPr>
              <a:defRPr sz="4275" b="1">
                <a:solidFill>
                  <a:srgbClr val="F5F7F9"/>
                </a:solidFill>
                <a:latin typeface="Arial"/>
                <a:ea typeface="Arial"/>
                <a:cs typeface="Arial"/>
              </a:defRPr>
            </a:lvl9pPr>
          </a:lstStyle>
          <a:p xmlns:a="http://schemas.openxmlformats.org/drawingml/2006/main">
            <a:pPr>
              <a:defRPr sz="4275" b="1">
                <a:solidFill>
                  <a:srgbClr val="F5F7F9"/>
                </a:solidFill>
                <a:latin typeface="Arial"/>
                <a:ea typeface="Arial"/>
                <a:cs typeface="Arial"/>
              </a:defRPr>
            </a:pPr>
            <a:r>
              <a:rPr sz="4275" b="1">
                <a:solidFill>
                  <a:srgbClr val="F5F7F9"/>
                </a:solidFill>
                <a:latin typeface="Arial"/>
                <a:ea typeface="Arial"/>
                <a:cs typeface="Arial"/>
              </a:rPr>
              <a:t>One request, the right engine</a:t>
            </a:r>
          </a:p>
        </p:txBody>
      </p:sp>
      <p:sp>
        <p:nvSpPr>
          <p:cNvPr id="2" name="CRYSTALX / BUILD 2026">
            <a:extLst xmlns:a="http://schemas.openxmlformats.org/drawingml/2006/main">
              <a:ext uri="{FF2B5EF4-FFF2-40B4-BE49-F238E27FC236}">
                <a16:creationId xmlns:a16="http://schemas.microsoft.com/office/drawing/2014/main" id="{29AE0504-0D63-484C-9844-DA32C90E9496}"/>
              </a:ext>
            </a:extLst>
          </p:cNvPr>
          <p:cNvSpPr>
            <a:spLocks xmlns:a="http://schemas.openxmlformats.org/drawingml/2006/main" noGrp="1"/>
          </p:cNvSpPr>
          <p:nvPr/>
        </p:nvSpPr>
        <p:spPr>
          <a:xfrm xmlns:a="http://schemas.openxmlformats.org/drawingml/2006/main">
            <a:off x="685800" y="6372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DB8C7"/>
                </a:solidFill>
                <a:latin typeface="Arial"/>
                <a:ea typeface="Arial"/>
                <a:cs typeface="Arial"/>
              </a:defRPr>
            </a:defPPr>
            <a:lvl1pPr>
              <a:defRPr sz="1200" b="0">
                <a:solidFill>
                  <a:srgbClr val="ADB8C7"/>
                </a:solidFill>
                <a:latin typeface="Arial"/>
                <a:ea typeface="Arial"/>
                <a:cs typeface="Arial"/>
              </a:defRPr>
            </a:lvl1pPr>
            <a:lvl2pPr>
              <a:defRPr sz="1200" b="0">
                <a:solidFill>
                  <a:srgbClr val="ADB8C7"/>
                </a:solidFill>
                <a:latin typeface="Arial"/>
                <a:ea typeface="Arial"/>
                <a:cs typeface="Arial"/>
              </a:defRPr>
            </a:lvl2pPr>
            <a:lvl3pPr>
              <a:defRPr sz="1200" b="0">
                <a:solidFill>
                  <a:srgbClr val="ADB8C7"/>
                </a:solidFill>
                <a:latin typeface="Arial"/>
                <a:ea typeface="Arial"/>
                <a:cs typeface="Arial"/>
              </a:defRPr>
            </a:lvl3pPr>
            <a:lvl4pPr>
              <a:defRPr sz="1200" b="0">
                <a:solidFill>
                  <a:srgbClr val="ADB8C7"/>
                </a:solidFill>
                <a:latin typeface="Arial"/>
                <a:ea typeface="Arial"/>
                <a:cs typeface="Arial"/>
              </a:defRPr>
            </a:lvl4pPr>
            <a:lvl5pPr>
              <a:defRPr sz="1200" b="0">
                <a:solidFill>
                  <a:srgbClr val="ADB8C7"/>
                </a:solidFill>
                <a:latin typeface="Arial"/>
                <a:ea typeface="Arial"/>
                <a:cs typeface="Arial"/>
              </a:defRPr>
            </a:lvl5pPr>
            <a:lvl6pPr>
              <a:defRPr sz="1200" b="0">
                <a:solidFill>
                  <a:srgbClr val="ADB8C7"/>
                </a:solidFill>
                <a:latin typeface="Arial"/>
                <a:ea typeface="Arial"/>
                <a:cs typeface="Arial"/>
              </a:defRPr>
            </a:lvl6pPr>
            <a:lvl7pPr>
              <a:defRPr sz="1200" b="0">
                <a:solidFill>
                  <a:srgbClr val="ADB8C7"/>
                </a:solidFill>
                <a:latin typeface="Arial"/>
                <a:ea typeface="Arial"/>
                <a:cs typeface="Arial"/>
              </a:defRPr>
            </a:lvl7pPr>
            <a:lvl8pPr>
              <a:defRPr sz="1200" b="0">
                <a:solidFill>
                  <a:srgbClr val="ADB8C7"/>
                </a:solidFill>
                <a:latin typeface="Arial"/>
                <a:ea typeface="Arial"/>
                <a:cs typeface="Arial"/>
              </a:defRPr>
            </a:lvl8pPr>
            <a:lvl9pPr>
              <a:defRPr sz="1200" b="0">
                <a:solidFill>
                  <a:srgbClr val="ADB8C7"/>
                </a:solidFill>
                <a:latin typeface="Arial"/>
                <a:ea typeface="Arial"/>
                <a:cs typeface="Arial"/>
              </a:defRPr>
            </a:lvl9pPr>
          </a:lstStyle>
          <a:p xmlns:a="http://schemas.openxmlformats.org/drawingml/2006/main">
            <a:pPr>
              <a:defRPr sz="1200" b="0">
                <a:solidFill>
                  <a:srgbClr val="ADB8C7"/>
                </a:solidFill>
                <a:latin typeface="Arial"/>
                <a:ea typeface="Arial"/>
                <a:cs typeface="Arial"/>
              </a:defRPr>
            </a:pPr>
            <a:r>
              <a:rPr sz="1200" b="0">
                <a:solidFill>
                  <a:srgbClr val="ADB8C7"/>
                </a:solidFill>
                <a:latin typeface="Arial"/>
                <a:ea typeface="Arial"/>
                <a:cs typeface="Arial"/>
              </a:rPr>
              <a:t>CRYSTALX / BUILD 2026</a:t>
            </a:r>
          </a:p>
        </p:txBody>
      </p:sp>
      <p:sp>
        <p:nvSpPr>
          <p:cNvPr id="3" name="05">
            <a:extLst xmlns:a="http://schemas.openxmlformats.org/drawingml/2006/main">
              <a:ext uri="{FF2B5EF4-FFF2-40B4-BE49-F238E27FC236}">
                <a16:creationId xmlns:a16="http://schemas.microsoft.com/office/drawing/2014/main" id="{0DC9D47D-1D13-43DE-9CFB-78E50102439F}"/>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5F7F9"/>
                </a:solidFill>
                <a:latin typeface="Arial"/>
                <a:ea typeface="Arial"/>
                <a:cs typeface="Arial"/>
              </a:defRPr>
            </a:defPPr>
            <a:lvl1pPr>
              <a:defRPr sz="1500" b="0">
                <a:solidFill>
                  <a:srgbClr val="F5F7F9"/>
                </a:solidFill>
                <a:latin typeface="Arial"/>
                <a:ea typeface="Arial"/>
                <a:cs typeface="Arial"/>
              </a:defRPr>
            </a:lvl1pPr>
            <a:lvl2pPr>
              <a:defRPr sz="1500" b="0">
                <a:solidFill>
                  <a:srgbClr val="F5F7F9"/>
                </a:solidFill>
                <a:latin typeface="Arial"/>
                <a:ea typeface="Arial"/>
                <a:cs typeface="Arial"/>
              </a:defRPr>
            </a:lvl2pPr>
            <a:lvl3pPr>
              <a:defRPr sz="1500" b="0">
                <a:solidFill>
                  <a:srgbClr val="F5F7F9"/>
                </a:solidFill>
                <a:latin typeface="Arial"/>
                <a:ea typeface="Arial"/>
                <a:cs typeface="Arial"/>
              </a:defRPr>
            </a:lvl3pPr>
            <a:lvl4pPr>
              <a:defRPr sz="1500" b="0">
                <a:solidFill>
                  <a:srgbClr val="F5F7F9"/>
                </a:solidFill>
                <a:latin typeface="Arial"/>
                <a:ea typeface="Arial"/>
                <a:cs typeface="Arial"/>
              </a:defRPr>
            </a:lvl4pPr>
            <a:lvl5pPr>
              <a:defRPr sz="1500" b="0">
                <a:solidFill>
                  <a:srgbClr val="F5F7F9"/>
                </a:solidFill>
                <a:latin typeface="Arial"/>
                <a:ea typeface="Arial"/>
                <a:cs typeface="Arial"/>
              </a:defRPr>
            </a:lvl5pPr>
            <a:lvl6pPr>
              <a:defRPr sz="1500" b="0">
                <a:solidFill>
                  <a:srgbClr val="F5F7F9"/>
                </a:solidFill>
                <a:latin typeface="Arial"/>
                <a:ea typeface="Arial"/>
                <a:cs typeface="Arial"/>
              </a:defRPr>
            </a:lvl6pPr>
            <a:lvl7pPr>
              <a:defRPr sz="1500" b="0">
                <a:solidFill>
                  <a:srgbClr val="F5F7F9"/>
                </a:solidFill>
                <a:latin typeface="Arial"/>
                <a:ea typeface="Arial"/>
                <a:cs typeface="Arial"/>
              </a:defRPr>
            </a:lvl7pPr>
            <a:lvl8pPr>
              <a:defRPr sz="1500" b="0">
                <a:solidFill>
                  <a:srgbClr val="F5F7F9"/>
                </a:solidFill>
                <a:latin typeface="Arial"/>
                <a:ea typeface="Arial"/>
                <a:cs typeface="Arial"/>
              </a:defRPr>
            </a:lvl8pPr>
            <a:lvl9pPr>
              <a:defRPr sz="1500" b="0">
                <a:solidFill>
                  <a:srgbClr val="F5F7F9"/>
                </a:solidFill>
                <a:latin typeface="Arial"/>
                <a:ea typeface="Arial"/>
                <a:cs typeface="Arial"/>
              </a:defRPr>
            </a:lvl9pPr>
          </a:lstStyle>
          <a:p xmlns:a="http://schemas.openxmlformats.org/drawingml/2006/main">
            <a:pPr>
              <a:defRPr sz="1500" b="0">
                <a:solidFill>
                  <a:srgbClr val="F5F7F9"/>
                </a:solidFill>
                <a:latin typeface="Arial"/>
                <a:ea typeface="Arial"/>
                <a:cs typeface="Arial"/>
              </a:defRPr>
            </a:pPr>
            <a:r>
              <a:rPr sz="1500" b="0">
                <a:solidFill>
                  <a:srgbClr val="F5F7F9"/>
                </a:solidFill>
                <a:latin typeface="Arial"/>
                <a:ea typeface="Arial"/>
                <a:cs typeface="Arial"/>
              </a:rPr>
              <a:t>05</a:t>
            </a:r>
          </a:p>
        </p:txBody>
      </p:sp>
      <p:sp>
        <p:nvSpPr>
          <p:cNvPr id="4" name="Saved campus commands">
            <a:extLst xmlns:a="http://schemas.openxmlformats.org/drawingml/2006/main">
              <a:ext uri="{FF2B5EF4-FFF2-40B4-BE49-F238E27FC236}">
                <a16:creationId xmlns:a16="http://schemas.microsoft.com/office/drawing/2014/main" id="{7DD1E745-8781-4228-A1DF-466EF1AB3690}"/>
              </a:ext>
            </a:extLst>
          </p:cNvPr>
          <p:cNvSpPr>
            <a:spLocks xmlns:a="http://schemas.openxmlformats.org/drawingml/2006/main" noGrp="1"/>
          </p:cNvSpPr>
          <p:nvPr/>
        </p:nvSpPr>
        <p:spPr>
          <a:xfrm xmlns:a="http://schemas.openxmlformats.org/drawingml/2006/main">
            <a:off x="704850" y="180975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C5FF4A"/>
                </a:solidFill>
                <a:latin typeface="Arial"/>
                <a:ea typeface="Arial"/>
                <a:cs typeface="Arial"/>
              </a:defRPr>
            </a:defPPr>
            <a:lvl1pPr>
              <a:defRPr sz="2850" b="1">
                <a:solidFill>
                  <a:srgbClr val="C5FF4A"/>
                </a:solidFill>
                <a:latin typeface="Arial"/>
                <a:ea typeface="Arial"/>
                <a:cs typeface="Arial"/>
              </a:defRPr>
            </a:lvl1pPr>
            <a:lvl2pPr>
              <a:defRPr sz="2850" b="1">
                <a:solidFill>
                  <a:srgbClr val="C5FF4A"/>
                </a:solidFill>
                <a:latin typeface="Arial"/>
                <a:ea typeface="Arial"/>
                <a:cs typeface="Arial"/>
              </a:defRPr>
            </a:lvl2pPr>
            <a:lvl3pPr>
              <a:defRPr sz="2850" b="1">
                <a:solidFill>
                  <a:srgbClr val="C5FF4A"/>
                </a:solidFill>
                <a:latin typeface="Arial"/>
                <a:ea typeface="Arial"/>
                <a:cs typeface="Arial"/>
              </a:defRPr>
            </a:lvl3pPr>
            <a:lvl4pPr>
              <a:defRPr sz="2850" b="1">
                <a:solidFill>
                  <a:srgbClr val="C5FF4A"/>
                </a:solidFill>
                <a:latin typeface="Arial"/>
                <a:ea typeface="Arial"/>
                <a:cs typeface="Arial"/>
              </a:defRPr>
            </a:lvl4pPr>
            <a:lvl5pPr>
              <a:defRPr sz="2850" b="1">
                <a:solidFill>
                  <a:srgbClr val="C5FF4A"/>
                </a:solidFill>
                <a:latin typeface="Arial"/>
                <a:ea typeface="Arial"/>
                <a:cs typeface="Arial"/>
              </a:defRPr>
            </a:lvl5pPr>
            <a:lvl6pPr>
              <a:defRPr sz="2850" b="1">
                <a:solidFill>
                  <a:srgbClr val="C5FF4A"/>
                </a:solidFill>
                <a:latin typeface="Arial"/>
                <a:ea typeface="Arial"/>
                <a:cs typeface="Arial"/>
              </a:defRPr>
            </a:lvl6pPr>
            <a:lvl7pPr>
              <a:defRPr sz="2850" b="1">
                <a:solidFill>
                  <a:srgbClr val="C5FF4A"/>
                </a:solidFill>
                <a:latin typeface="Arial"/>
                <a:ea typeface="Arial"/>
                <a:cs typeface="Arial"/>
              </a:defRPr>
            </a:lvl7pPr>
            <a:lvl8pPr>
              <a:defRPr sz="2850" b="1">
                <a:solidFill>
                  <a:srgbClr val="C5FF4A"/>
                </a:solidFill>
                <a:latin typeface="Arial"/>
                <a:ea typeface="Arial"/>
                <a:cs typeface="Arial"/>
              </a:defRPr>
            </a:lvl8pPr>
            <a:lvl9pPr>
              <a:defRPr sz="2850" b="1">
                <a:solidFill>
                  <a:srgbClr val="C5FF4A"/>
                </a:solidFill>
                <a:latin typeface="Arial"/>
                <a:ea typeface="Arial"/>
                <a:cs typeface="Arial"/>
              </a:defRPr>
            </a:lvl9pPr>
          </a:lstStyle>
          <a:p xmlns:a="http://schemas.openxmlformats.org/drawingml/2006/main">
            <a:pPr>
              <a:defRPr sz="2850" b="1">
                <a:solidFill>
                  <a:srgbClr val="C5FF4A"/>
                </a:solidFill>
                <a:latin typeface="Arial"/>
                <a:ea typeface="Arial"/>
                <a:cs typeface="Arial"/>
              </a:defRPr>
            </a:pPr>
            <a:r>
              <a:rPr sz="2850" b="1">
                <a:solidFill>
                  <a:srgbClr val="C5FF4A"/>
                </a:solidFill>
                <a:latin typeface="Arial"/>
                <a:ea typeface="Arial"/>
                <a:cs typeface="Arial"/>
              </a:rPr>
              <a:t>Saved campus commands</a:t>
            </a:r>
          </a:p>
        </p:txBody>
      </p:sp>
      <p:sp>
        <p:nvSpPr>
          <p:cNvPr id="5" name="Direct answers from local records">
            <a:extLst xmlns:a="http://schemas.openxmlformats.org/drawingml/2006/main">
              <a:ext uri="{FF2B5EF4-FFF2-40B4-BE49-F238E27FC236}">
                <a16:creationId xmlns:a16="http://schemas.microsoft.com/office/drawing/2014/main" id="{B4D383B4-F39C-423A-BC64-D0DADD9E2067}"/>
              </a:ext>
            </a:extLst>
          </p:cNvPr>
          <p:cNvSpPr>
            <a:spLocks xmlns:a="http://schemas.openxmlformats.org/drawingml/2006/main" noGrp="1"/>
          </p:cNvSpPr>
          <p:nvPr/>
        </p:nvSpPr>
        <p:spPr>
          <a:xfrm xmlns:a="http://schemas.openxmlformats.org/drawingml/2006/main">
            <a:off x="704850" y="240982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ADB8C7"/>
                </a:solidFill>
                <a:latin typeface="Arial"/>
                <a:ea typeface="Arial"/>
                <a:cs typeface="Arial"/>
              </a:defRPr>
            </a:defPPr>
            <a:lvl1pPr>
              <a:defRPr sz="2250" b="0">
                <a:solidFill>
                  <a:srgbClr val="ADB8C7"/>
                </a:solidFill>
                <a:latin typeface="Arial"/>
                <a:ea typeface="Arial"/>
                <a:cs typeface="Arial"/>
              </a:defRPr>
            </a:lvl1pPr>
            <a:lvl2pPr>
              <a:defRPr sz="2250" b="0">
                <a:solidFill>
                  <a:srgbClr val="ADB8C7"/>
                </a:solidFill>
                <a:latin typeface="Arial"/>
                <a:ea typeface="Arial"/>
                <a:cs typeface="Arial"/>
              </a:defRPr>
            </a:lvl2pPr>
            <a:lvl3pPr>
              <a:defRPr sz="2250" b="0">
                <a:solidFill>
                  <a:srgbClr val="ADB8C7"/>
                </a:solidFill>
                <a:latin typeface="Arial"/>
                <a:ea typeface="Arial"/>
                <a:cs typeface="Arial"/>
              </a:defRPr>
            </a:lvl3pPr>
            <a:lvl4pPr>
              <a:defRPr sz="2250" b="0">
                <a:solidFill>
                  <a:srgbClr val="ADB8C7"/>
                </a:solidFill>
                <a:latin typeface="Arial"/>
                <a:ea typeface="Arial"/>
                <a:cs typeface="Arial"/>
              </a:defRPr>
            </a:lvl4pPr>
            <a:lvl5pPr>
              <a:defRPr sz="2250" b="0">
                <a:solidFill>
                  <a:srgbClr val="ADB8C7"/>
                </a:solidFill>
                <a:latin typeface="Arial"/>
                <a:ea typeface="Arial"/>
                <a:cs typeface="Arial"/>
              </a:defRPr>
            </a:lvl5pPr>
            <a:lvl6pPr>
              <a:defRPr sz="2250" b="0">
                <a:solidFill>
                  <a:srgbClr val="ADB8C7"/>
                </a:solidFill>
                <a:latin typeface="Arial"/>
                <a:ea typeface="Arial"/>
                <a:cs typeface="Arial"/>
              </a:defRPr>
            </a:lvl6pPr>
            <a:lvl7pPr>
              <a:defRPr sz="2250" b="0">
                <a:solidFill>
                  <a:srgbClr val="ADB8C7"/>
                </a:solidFill>
                <a:latin typeface="Arial"/>
                <a:ea typeface="Arial"/>
                <a:cs typeface="Arial"/>
              </a:defRPr>
            </a:lvl7pPr>
            <a:lvl8pPr>
              <a:defRPr sz="2250" b="0">
                <a:solidFill>
                  <a:srgbClr val="ADB8C7"/>
                </a:solidFill>
                <a:latin typeface="Arial"/>
                <a:ea typeface="Arial"/>
                <a:cs typeface="Arial"/>
              </a:defRPr>
            </a:lvl8pPr>
            <a:lvl9pPr>
              <a:defRPr sz="2250" b="0">
                <a:solidFill>
                  <a:srgbClr val="ADB8C7"/>
                </a:solidFill>
                <a:latin typeface="Arial"/>
                <a:ea typeface="Arial"/>
                <a:cs typeface="Arial"/>
              </a:defRPr>
            </a:lvl9pPr>
          </a:lstStyle>
          <a:p xmlns:a="http://schemas.openxmlformats.org/drawingml/2006/main">
            <a:pPr>
              <a:defRPr sz="2250" b="0">
                <a:solidFill>
                  <a:srgbClr val="ADB8C7"/>
                </a:solidFill>
                <a:latin typeface="Arial"/>
                <a:ea typeface="Arial"/>
                <a:cs typeface="Arial"/>
              </a:defRPr>
            </a:pPr>
            <a:r>
              <a:rPr sz="2250" b="0">
                <a:solidFill>
                  <a:srgbClr val="ADB8C7"/>
                </a:solidFill>
                <a:latin typeface="Arial"/>
                <a:ea typeface="Arial"/>
                <a:cs typeface="Arial"/>
              </a:rPr>
              <a:t>Direct answers from local records</a:t>
            </a:r>
          </a:p>
        </p:txBody>
      </p:sp>
      <p:sp>
        <p:nvSpPr>
          <p:cNvPr id="6" name="General questions">
            <a:extLst xmlns:a="http://schemas.openxmlformats.org/drawingml/2006/main">
              <a:ext uri="{FF2B5EF4-FFF2-40B4-BE49-F238E27FC236}">
                <a16:creationId xmlns:a16="http://schemas.microsoft.com/office/drawing/2014/main" id="{24F16B83-C7C1-4093-A911-8C60B4DD8932}"/>
              </a:ext>
            </a:extLst>
          </p:cNvPr>
          <p:cNvSpPr>
            <a:spLocks xmlns:a="http://schemas.openxmlformats.org/drawingml/2006/main" noGrp="1"/>
          </p:cNvSpPr>
          <p:nvPr/>
        </p:nvSpPr>
        <p:spPr>
          <a:xfrm xmlns:a="http://schemas.openxmlformats.org/drawingml/2006/main">
            <a:off x="704850" y="3190875"/>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9"/>
                </a:solidFill>
                <a:latin typeface="Arial"/>
                <a:ea typeface="Arial"/>
                <a:cs typeface="Arial"/>
              </a:defRPr>
            </a:defPPr>
            <a:lvl1pPr>
              <a:defRPr sz="2850" b="1">
                <a:solidFill>
                  <a:srgbClr val="F5F7F9"/>
                </a:solidFill>
                <a:latin typeface="Arial"/>
                <a:ea typeface="Arial"/>
                <a:cs typeface="Arial"/>
              </a:defRPr>
            </a:lvl1pPr>
            <a:lvl2pPr>
              <a:defRPr sz="2850" b="1">
                <a:solidFill>
                  <a:srgbClr val="F5F7F9"/>
                </a:solidFill>
                <a:latin typeface="Arial"/>
                <a:ea typeface="Arial"/>
                <a:cs typeface="Arial"/>
              </a:defRPr>
            </a:lvl2pPr>
            <a:lvl3pPr>
              <a:defRPr sz="2850" b="1">
                <a:solidFill>
                  <a:srgbClr val="F5F7F9"/>
                </a:solidFill>
                <a:latin typeface="Arial"/>
                <a:ea typeface="Arial"/>
                <a:cs typeface="Arial"/>
              </a:defRPr>
            </a:lvl3pPr>
            <a:lvl4pPr>
              <a:defRPr sz="2850" b="1">
                <a:solidFill>
                  <a:srgbClr val="F5F7F9"/>
                </a:solidFill>
                <a:latin typeface="Arial"/>
                <a:ea typeface="Arial"/>
                <a:cs typeface="Arial"/>
              </a:defRPr>
            </a:lvl4pPr>
            <a:lvl5pPr>
              <a:defRPr sz="2850" b="1">
                <a:solidFill>
                  <a:srgbClr val="F5F7F9"/>
                </a:solidFill>
                <a:latin typeface="Arial"/>
                <a:ea typeface="Arial"/>
                <a:cs typeface="Arial"/>
              </a:defRPr>
            </a:lvl5pPr>
            <a:lvl6pPr>
              <a:defRPr sz="2850" b="1">
                <a:solidFill>
                  <a:srgbClr val="F5F7F9"/>
                </a:solidFill>
                <a:latin typeface="Arial"/>
                <a:ea typeface="Arial"/>
                <a:cs typeface="Arial"/>
              </a:defRPr>
            </a:lvl6pPr>
            <a:lvl7pPr>
              <a:defRPr sz="2850" b="1">
                <a:solidFill>
                  <a:srgbClr val="F5F7F9"/>
                </a:solidFill>
                <a:latin typeface="Arial"/>
                <a:ea typeface="Arial"/>
                <a:cs typeface="Arial"/>
              </a:defRPr>
            </a:lvl7pPr>
            <a:lvl8pPr>
              <a:defRPr sz="2850" b="1">
                <a:solidFill>
                  <a:srgbClr val="F5F7F9"/>
                </a:solidFill>
                <a:latin typeface="Arial"/>
                <a:ea typeface="Arial"/>
                <a:cs typeface="Arial"/>
              </a:defRPr>
            </a:lvl8pPr>
            <a:lvl9pPr>
              <a:defRPr sz="2850" b="1">
                <a:solidFill>
                  <a:srgbClr val="F5F7F9"/>
                </a:solidFill>
                <a:latin typeface="Arial"/>
                <a:ea typeface="Arial"/>
                <a:cs typeface="Arial"/>
              </a:defRPr>
            </a:lvl9pPr>
          </a:lstStyle>
          <a:p xmlns:a="http://schemas.openxmlformats.org/drawingml/2006/main">
            <a:pPr>
              <a:defRPr sz="2850" b="1">
                <a:solidFill>
                  <a:srgbClr val="F5F7F9"/>
                </a:solidFill>
                <a:latin typeface="Arial"/>
                <a:ea typeface="Arial"/>
                <a:cs typeface="Arial"/>
              </a:defRPr>
            </a:pPr>
            <a:r>
              <a:rPr sz="2850" b="1">
                <a:solidFill>
                  <a:srgbClr val="F5F7F9"/>
                </a:solidFill>
                <a:latin typeface="Arial"/>
                <a:ea typeface="Arial"/>
                <a:cs typeface="Arial"/>
              </a:rPr>
              <a:t>General questions</a:t>
            </a:r>
          </a:p>
        </p:txBody>
      </p:sp>
      <p:sp>
        <p:nvSpPr>
          <p:cNvPr id="7" name="Gemini online. Qwen2.5-0.5B on the phone offline.">
            <a:extLst xmlns:a="http://schemas.openxmlformats.org/drawingml/2006/main">
              <a:ext uri="{FF2B5EF4-FFF2-40B4-BE49-F238E27FC236}">
                <a16:creationId xmlns:a16="http://schemas.microsoft.com/office/drawing/2014/main" id="{92AA8277-574C-4983-8826-FCC750AAAC0F}"/>
              </a:ext>
            </a:extLst>
          </p:cNvPr>
          <p:cNvSpPr>
            <a:spLocks xmlns:a="http://schemas.openxmlformats.org/drawingml/2006/main" noGrp="1"/>
          </p:cNvSpPr>
          <p:nvPr/>
        </p:nvSpPr>
        <p:spPr>
          <a:xfrm xmlns:a="http://schemas.openxmlformats.org/drawingml/2006/main">
            <a:off x="704850" y="3790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ADB8C7"/>
                </a:solidFill>
                <a:latin typeface="Arial"/>
                <a:ea typeface="Arial"/>
                <a:cs typeface="Arial"/>
              </a:defRPr>
            </a:defPPr>
            <a:lvl1pPr>
              <a:defRPr sz="2250" b="0">
                <a:solidFill>
                  <a:srgbClr val="ADB8C7"/>
                </a:solidFill>
                <a:latin typeface="Arial"/>
                <a:ea typeface="Arial"/>
                <a:cs typeface="Arial"/>
              </a:defRPr>
            </a:lvl1pPr>
            <a:lvl2pPr>
              <a:defRPr sz="2250" b="0">
                <a:solidFill>
                  <a:srgbClr val="ADB8C7"/>
                </a:solidFill>
                <a:latin typeface="Arial"/>
                <a:ea typeface="Arial"/>
                <a:cs typeface="Arial"/>
              </a:defRPr>
            </a:lvl2pPr>
            <a:lvl3pPr>
              <a:defRPr sz="2250" b="0">
                <a:solidFill>
                  <a:srgbClr val="ADB8C7"/>
                </a:solidFill>
                <a:latin typeface="Arial"/>
                <a:ea typeface="Arial"/>
                <a:cs typeface="Arial"/>
              </a:defRPr>
            </a:lvl3pPr>
            <a:lvl4pPr>
              <a:defRPr sz="2250" b="0">
                <a:solidFill>
                  <a:srgbClr val="ADB8C7"/>
                </a:solidFill>
                <a:latin typeface="Arial"/>
                <a:ea typeface="Arial"/>
                <a:cs typeface="Arial"/>
              </a:defRPr>
            </a:lvl4pPr>
            <a:lvl5pPr>
              <a:defRPr sz="2250" b="0">
                <a:solidFill>
                  <a:srgbClr val="ADB8C7"/>
                </a:solidFill>
                <a:latin typeface="Arial"/>
                <a:ea typeface="Arial"/>
                <a:cs typeface="Arial"/>
              </a:defRPr>
            </a:lvl5pPr>
            <a:lvl6pPr>
              <a:defRPr sz="2250" b="0">
                <a:solidFill>
                  <a:srgbClr val="ADB8C7"/>
                </a:solidFill>
                <a:latin typeface="Arial"/>
                <a:ea typeface="Arial"/>
                <a:cs typeface="Arial"/>
              </a:defRPr>
            </a:lvl6pPr>
            <a:lvl7pPr>
              <a:defRPr sz="2250" b="0">
                <a:solidFill>
                  <a:srgbClr val="ADB8C7"/>
                </a:solidFill>
                <a:latin typeface="Arial"/>
                <a:ea typeface="Arial"/>
                <a:cs typeface="Arial"/>
              </a:defRPr>
            </a:lvl7pPr>
            <a:lvl8pPr>
              <a:defRPr sz="2250" b="0">
                <a:solidFill>
                  <a:srgbClr val="ADB8C7"/>
                </a:solidFill>
                <a:latin typeface="Arial"/>
                <a:ea typeface="Arial"/>
                <a:cs typeface="Arial"/>
              </a:defRPr>
            </a:lvl8pPr>
            <a:lvl9pPr>
              <a:defRPr sz="2250" b="0">
                <a:solidFill>
                  <a:srgbClr val="ADB8C7"/>
                </a:solidFill>
                <a:latin typeface="Arial"/>
                <a:ea typeface="Arial"/>
                <a:cs typeface="Arial"/>
              </a:defRPr>
            </a:lvl9pPr>
          </a:lstStyle>
          <a:p xmlns:a="http://schemas.openxmlformats.org/drawingml/2006/main">
            <a:pPr>
              <a:defRPr sz="2250" b="0">
                <a:solidFill>
                  <a:srgbClr val="ADB8C7"/>
                </a:solidFill>
                <a:latin typeface="Arial"/>
                <a:ea typeface="Arial"/>
                <a:cs typeface="Arial"/>
              </a:defRPr>
            </a:pPr>
            <a:r>
              <a:rPr sz="2250" b="0">
                <a:solidFill>
                  <a:srgbClr val="ADB8C7"/>
                </a:solidFill>
                <a:latin typeface="Arial"/>
                <a:ea typeface="Arial"/>
                <a:cs typeface="Arial"/>
              </a:rPr>
              <a:t>Gemini online. Qwen2.5-0.5B on the phone offline.</a:t>
            </a:r>
          </a:p>
        </p:txBody>
      </p:sp>
      <p:sp>
        <p:nvSpPr>
          <p:cNvPr id="8" name="Why this approach">
            <a:extLst xmlns:a="http://schemas.openxmlformats.org/drawingml/2006/main">
              <a:ext uri="{FF2B5EF4-FFF2-40B4-BE49-F238E27FC236}">
                <a16:creationId xmlns:a16="http://schemas.microsoft.com/office/drawing/2014/main" id="{228C2D73-DC3A-44AC-B8BE-33068F90EEBB}"/>
              </a:ext>
            </a:extLst>
          </p:cNvPr>
          <p:cNvSpPr>
            <a:spLocks xmlns:a="http://schemas.openxmlformats.org/drawingml/2006/main" noGrp="1"/>
          </p:cNvSpPr>
          <p:nvPr/>
        </p:nvSpPr>
        <p:spPr>
          <a:xfrm xmlns:a="http://schemas.openxmlformats.org/drawingml/2006/main">
            <a:off x="704850" y="47625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5FF4A"/>
                </a:solidFill>
                <a:latin typeface="Arial"/>
                <a:ea typeface="Arial"/>
                <a:cs typeface="Arial"/>
              </a:defRPr>
            </a:defPPr>
            <a:lvl1pPr>
              <a:defRPr sz="2175" b="1">
                <a:solidFill>
                  <a:srgbClr val="C5FF4A"/>
                </a:solidFill>
                <a:latin typeface="Arial"/>
                <a:ea typeface="Arial"/>
                <a:cs typeface="Arial"/>
              </a:defRPr>
            </a:lvl1pPr>
            <a:lvl2pPr>
              <a:defRPr sz="2175" b="1">
                <a:solidFill>
                  <a:srgbClr val="C5FF4A"/>
                </a:solidFill>
                <a:latin typeface="Arial"/>
                <a:ea typeface="Arial"/>
                <a:cs typeface="Arial"/>
              </a:defRPr>
            </a:lvl2pPr>
            <a:lvl3pPr>
              <a:defRPr sz="2175" b="1">
                <a:solidFill>
                  <a:srgbClr val="C5FF4A"/>
                </a:solidFill>
                <a:latin typeface="Arial"/>
                <a:ea typeface="Arial"/>
                <a:cs typeface="Arial"/>
              </a:defRPr>
            </a:lvl3pPr>
            <a:lvl4pPr>
              <a:defRPr sz="2175" b="1">
                <a:solidFill>
                  <a:srgbClr val="C5FF4A"/>
                </a:solidFill>
                <a:latin typeface="Arial"/>
                <a:ea typeface="Arial"/>
                <a:cs typeface="Arial"/>
              </a:defRPr>
            </a:lvl4pPr>
            <a:lvl5pPr>
              <a:defRPr sz="2175" b="1">
                <a:solidFill>
                  <a:srgbClr val="C5FF4A"/>
                </a:solidFill>
                <a:latin typeface="Arial"/>
                <a:ea typeface="Arial"/>
                <a:cs typeface="Arial"/>
              </a:defRPr>
            </a:lvl5pPr>
            <a:lvl6pPr>
              <a:defRPr sz="2175" b="1">
                <a:solidFill>
                  <a:srgbClr val="C5FF4A"/>
                </a:solidFill>
                <a:latin typeface="Arial"/>
                <a:ea typeface="Arial"/>
                <a:cs typeface="Arial"/>
              </a:defRPr>
            </a:lvl6pPr>
            <a:lvl7pPr>
              <a:defRPr sz="2175" b="1">
                <a:solidFill>
                  <a:srgbClr val="C5FF4A"/>
                </a:solidFill>
                <a:latin typeface="Arial"/>
                <a:ea typeface="Arial"/>
                <a:cs typeface="Arial"/>
              </a:defRPr>
            </a:lvl7pPr>
            <a:lvl8pPr>
              <a:defRPr sz="2175" b="1">
                <a:solidFill>
                  <a:srgbClr val="C5FF4A"/>
                </a:solidFill>
                <a:latin typeface="Arial"/>
                <a:ea typeface="Arial"/>
                <a:cs typeface="Arial"/>
              </a:defRPr>
            </a:lvl8pPr>
            <a:lvl9pPr>
              <a:defRPr sz="2175" b="1">
                <a:solidFill>
                  <a:srgbClr val="C5FF4A"/>
                </a:solidFill>
                <a:latin typeface="Arial"/>
                <a:ea typeface="Arial"/>
                <a:cs typeface="Arial"/>
              </a:defRPr>
            </a:lvl9pPr>
          </a:lstStyle>
          <a:p xmlns:a="http://schemas.openxmlformats.org/drawingml/2006/main">
            <a:pPr>
              <a:defRPr sz="2175" b="1">
                <a:solidFill>
                  <a:srgbClr val="C5FF4A"/>
                </a:solidFill>
                <a:latin typeface="Arial"/>
                <a:ea typeface="Arial"/>
                <a:cs typeface="Arial"/>
              </a:defRPr>
            </a:pPr>
            <a:r>
              <a:rPr sz="2175" b="1">
                <a:solidFill>
                  <a:srgbClr val="C5FF4A"/>
                </a:solidFill>
                <a:latin typeface="Arial"/>
                <a:ea typeface="Arial"/>
                <a:cs typeface="Arial"/>
              </a:rPr>
              <a:t>Why this approach</a:t>
            </a:r>
          </a:p>
        </p:txBody>
      </p:sp>
      <p:sp>
        <p:nvSpPr>
          <p:cNvPr id="9" name="Schedule context and offline access&#10;beyond a standalone map ">
            <a:extLst xmlns:a="http://schemas.openxmlformats.org/drawingml/2006/main">
              <a:ext uri="{FF2B5EF4-FFF2-40B4-BE49-F238E27FC236}">
                <a16:creationId xmlns:a16="http://schemas.microsoft.com/office/drawing/2014/main" id="{EBAF0B07-228B-4EE3-9541-B19942DD636D}"/>
              </a:ext>
            </a:extLst>
          </p:cNvPr>
          <p:cNvSpPr>
            <a:spLocks xmlns:a="http://schemas.openxmlformats.org/drawingml/2006/main" noGrp="1"/>
          </p:cNvSpPr>
          <p:nvPr/>
        </p:nvSpPr>
        <p:spPr>
          <a:xfrm xmlns:a="http://schemas.openxmlformats.org/drawingml/2006/main">
            <a:off x="704850" y="528637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7F9"/>
                </a:solidFill>
                <a:latin typeface="Arial"/>
                <a:ea typeface="Arial"/>
                <a:cs typeface="Arial"/>
              </a:defRPr>
            </a:defPPr>
            <a:lvl1pPr>
              <a:defRPr sz="1950" b="0">
                <a:solidFill>
                  <a:srgbClr val="F5F7F9"/>
                </a:solidFill>
                <a:latin typeface="Arial"/>
                <a:ea typeface="Arial"/>
                <a:cs typeface="Arial"/>
              </a:defRPr>
            </a:lvl1pPr>
            <a:lvl2pPr>
              <a:defRPr sz="1950" b="0">
                <a:solidFill>
                  <a:srgbClr val="F5F7F9"/>
                </a:solidFill>
                <a:latin typeface="Arial"/>
                <a:ea typeface="Arial"/>
                <a:cs typeface="Arial"/>
              </a:defRPr>
            </a:lvl2pPr>
            <a:lvl3pPr>
              <a:defRPr sz="1950" b="0">
                <a:solidFill>
                  <a:srgbClr val="F5F7F9"/>
                </a:solidFill>
                <a:latin typeface="Arial"/>
                <a:ea typeface="Arial"/>
                <a:cs typeface="Arial"/>
              </a:defRPr>
            </a:lvl3pPr>
            <a:lvl4pPr>
              <a:defRPr sz="1950" b="0">
                <a:solidFill>
                  <a:srgbClr val="F5F7F9"/>
                </a:solidFill>
                <a:latin typeface="Arial"/>
                <a:ea typeface="Arial"/>
                <a:cs typeface="Arial"/>
              </a:defRPr>
            </a:lvl4pPr>
            <a:lvl5pPr>
              <a:defRPr sz="1950" b="0">
                <a:solidFill>
                  <a:srgbClr val="F5F7F9"/>
                </a:solidFill>
                <a:latin typeface="Arial"/>
                <a:ea typeface="Arial"/>
                <a:cs typeface="Arial"/>
              </a:defRPr>
            </a:lvl5pPr>
            <a:lvl6pPr>
              <a:defRPr sz="1950" b="0">
                <a:solidFill>
                  <a:srgbClr val="F5F7F9"/>
                </a:solidFill>
                <a:latin typeface="Arial"/>
                <a:ea typeface="Arial"/>
                <a:cs typeface="Arial"/>
              </a:defRPr>
            </a:lvl6pPr>
            <a:lvl7pPr>
              <a:defRPr sz="1950" b="0">
                <a:solidFill>
                  <a:srgbClr val="F5F7F9"/>
                </a:solidFill>
                <a:latin typeface="Arial"/>
                <a:ea typeface="Arial"/>
                <a:cs typeface="Arial"/>
              </a:defRPr>
            </a:lvl7pPr>
            <a:lvl8pPr>
              <a:defRPr sz="1950" b="0">
                <a:solidFill>
                  <a:srgbClr val="F5F7F9"/>
                </a:solidFill>
                <a:latin typeface="Arial"/>
                <a:ea typeface="Arial"/>
                <a:cs typeface="Arial"/>
              </a:defRPr>
            </a:lvl8pPr>
            <a:lvl9pPr>
              <a:defRPr sz="1950" b="0">
                <a:solidFill>
                  <a:srgbClr val="F5F7F9"/>
                </a:solidFill>
                <a:latin typeface="Arial"/>
                <a:ea typeface="Arial"/>
                <a:cs typeface="Arial"/>
              </a:defRPr>
            </a:lvl9pPr>
          </a:lstStyle>
          <a:p xmlns:a="http://schemas.openxmlformats.org/drawingml/2006/main">
            <a:pPr>
              <a:defRPr sz="1950" b="0">
                <a:solidFill>
                  <a:srgbClr val="F5F7F9"/>
                </a:solidFill>
                <a:latin typeface="Arial"/>
                <a:ea typeface="Arial"/>
                <a:cs typeface="Arial"/>
              </a:defRPr>
            </a:pPr>
            <a:r>
              <a:rPr sz="1950" b="0">
                <a:solidFill>
                  <a:srgbClr val="F5F7F9"/>
                </a:solidFill>
                <a:latin typeface="Arial"/>
                <a:ea typeface="Arial"/>
                <a:cs typeface="Arial"/>
              </a:rPr>
              <a:t>Schedule context and offline access</a:t>
            </a:r>
          </a:p>
          <a:p xmlns:a="http://schemas.openxmlformats.org/drawingml/2006/main">
            <a:pPr>
              <a:defRPr sz="1950" b="0">
                <a:solidFill>
                  <a:srgbClr val="F5F7F9"/>
                </a:solidFill>
                <a:latin typeface="Arial"/>
                <a:ea typeface="Arial"/>
                <a:cs typeface="Arial"/>
              </a:defRPr>
            </a:pPr>
            <a:r>
              <a:rPr sz="1950" b="0">
                <a:solidFill>
                  <a:srgbClr val="F5F7F9"/>
                </a:solidFill>
                <a:latin typeface="Arial"/>
                <a:ea typeface="Arial"/>
                <a:cs typeface="Arial"/>
              </a:rPr>
              <a:t>beyond a standalone map or chatbot</a:t>
            </a:r>
          </a:p>
        </p:txBody>
      </p:sp>
      <p:sp>
        <p:nvSpPr>
          <p:cNvPr id="10" name="Challenge resolved">
            <a:extLst xmlns:a="http://schemas.openxmlformats.org/drawingml/2006/main">
              <a:ext uri="{FF2B5EF4-FFF2-40B4-BE49-F238E27FC236}">
                <a16:creationId xmlns:a16="http://schemas.microsoft.com/office/drawing/2014/main" id="{503FAF29-CC68-4EA5-9D2D-EFE2DA8B3B8A}"/>
              </a:ext>
            </a:extLst>
          </p:cNvPr>
          <p:cNvSpPr>
            <a:spLocks xmlns:a="http://schemas.openxmlformats.org/drawingml/2006/main" noGrp="1"/>
          </p:cNvSpPr>
          <p:nvPr/>
        </p:nvSpPr>
        <p:spPr>
          <a:xfrm xmlns:a="http://schemas.openxmlformats.org/drawingml/2006/main">
            <a:off x="6848475" y="4762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7565"/>
                </a:solidFill>
                <a:latin typeface="Arial"/>
                <a:ea typeface="Arial"/>
                <a:cs typeface="Arial"/>
              </a:defRPr>
            </a:defPPr>
            <a:lvl1pPr>
              <a:defRPr sz="2175" b="1">
                <a:solidFill>
                  <a:srgbClr val="FF7565"/>
                </a:solidFill>
                <a:latin typeface="Arial"/>
                <a:ea typeface="Arial"/>
                <a:cs typeface="Arial"/>
              </a:defRPr>
            </a:lvl1pPr>
            <a:lvl2pPr>
              <a:defRPr sz="2175" b="1">
                <a:solidFill>
                  <a:srgbClr val="FF7565"/>
                </a:solidFill>
                <a:latin typeface="Arial"/>
                <a:ea typeface="Arial"/>
                <a:cs typeface="Arial"/>
              </a:defRPr>
            </a:lvl2pPr>
            <a:lvl3pPr>
              <a:defRPr sz="2175" b="1">
                <a:solidFill>
                  <a:srgbClr val="FF7565"/>
                </a:solidFill>
                <a:latin typeface="Arial"/>
                <a:ea typeface="Arial"/>
                <a:cs typeface="Arial"/>
              </a:defRPr>
            </a:lvl3pPr>
            <a:lvl4pPr>
              <a:defRPr sz="2175" b="1">
                <a:solidFill>
                  <a:srgbClr val="FF7565"/>
                </a:solidFill>
                <a:latin typeface="Arial"/>
                <a:ea typeface="Arial"/>
                <a:cs typeface="Arial"/>
              </a:defRPr>
            </a:lvl4pPr>
            <a:lvl5pPr>
              <a:defRPr sz="2175" b="1">
                <a:solidFill>
                  <a:srgbClr val="FF7565"/>
                </a:solidFill>
                <a:latin typeface="Arial"/>
                <a:ea typeface="Arial"/>
                <a:cs typeface="Arial"/>
              </a:defRPr>
            </a:lvl5pPr>
            <a:lvl6pPr>
              <a:defRPr sz="2175" b="1">
                <a:solidFill>
                  <a:srgbClr val="FF7565"/>
                </a:solidFill>
                <a:latin typeface="Arial"/>
                <a:ea typeface="Arial"/>
                <a:cs typeface="Arial"/>
              </a:defRPr>
            </a:lvl6pPr>
            <a:lvl7pPr>
              <a:defRPr sz="2175" b="1">
                <a:solidFill>
                  <a:srgbClr val="FF7565"/>
                </a:solidFill>
                <a:latin typeface="Arial"/>
                <a:ea typeface="Arial"/>
                <a:cs typeface="Arial"/>
              </a:defRPr>
            </a:lvl7pPr>
            <a:lvl8pPr>
              <a:defRPr sz="2175" b="1">
                <a:solidFill>
                  <a:srgbClr val="FF7565"/>
                </a:solidFill>
                <a:latin typeface="Arial"/>
                <a:ea typeface="Arial"/>
                <a:cs typeface="Arial"/>
              </a:defRPr>
            </a:lvl8pPr>
            <a:lvl9pPr>
              <a:defRPr sz="2175" b="1">
                <a:solidFill>
                  <a:srgbClr val="FF7565"/>
                </a:solidFill>
                <a:latin typeface="Arial"/>
                <a:ea typeface="Arial"/>
                <a:cs typeface="Arial"/>
              </a:defRPr>
            </a:lvl9pPr>
          </a:lstStyle>
          <a:p xmlns:a="http://schemas.openxmlformats.org/drawingml/2006/main">
            <a:pPr>
              <a:defRPr sz="2175" b="1">
                <a:solidFill>
                  <a:srgbClr val="FF7565"/>
                </a:solidFill>
                <a:latin typeface="Arial"/>
                <a:ea typeface="Arial"/>
                <a:cs typeface="Arial"/>
              </a:defRPr>
            </a:pPr>
            <a:r>
              <a:rPr sz="2175" b="1">
                <a:solidFill>
                  <a:srgbClr val="FF7565"/>
                </a:solidFill>
                <a:latin typeface="Arial"/>
                <a:ea typeface="Arial"/>
                <a:cs typeface="Arial"/>
              </a:rPr>
              <a:t>Challenge resolved</a:t>
            </a:r>
          </a:p>
        </p:txBody>
      </p:sp>
      <p:sp>
        <p:nvSpPr>
          <p:cNvPr id="11" name="Chat disappeared across tabs.&#10;A shared session keeps it in m">
            <a:extLst xmlns:a="http://schemas.openxmlformats.org/drawingml/2006/main">
              <a:ext uri="{FF2B5EF4-FFF2-40B4-BE49-F238E27FC236}">
                <a16:creationId xmlns:a16="http://schemas.microsoft.com/office/drawing/2014/main" id="{E0120AEB-4638-4D32-99CF-5066D8238D09}"/>
              </a:ext>
            </a:extLst>
          </p:cNvPr>
          <p:cNvSpPr>
            <a:spLocks xmlns:a="http://schemas.openxmlformats.org/drawingml/2006/main" noGrp="1"/>
          </p:cNvSpPr>
          <p:nvPr/>
        </p:nvSpPr>
        <p:spPr>
          <a:xfrm xmlns:a="http://schemas.openxmlformats.org/drawingml/2006/main">
            <a:off x="6848475" y="528637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7F9"/>
                </a:solidFill>
                <a:latin typeface="Arial"/>
                <a:ea typeface="Arial"/>
                <a:cs typeface="Arial"/>
              </a:defRPr>
            </a:defPPr>
            <a:lvl1pPr>
              <a:defRPr sz="1950" b="0">
                <a:solidFill>
                  <a:srgbClr val="F5F7F9"/>
                </a:solidFill>
                <a:latin typeface="Arial"/>
                <a:ea typeface="Arial"/>
                <a:cs typeface="Arial"/>
              </a:defRPr>
            </a:lvl1pPr>
            <a:lvl2pPr>
              <a:defRPr sz="1950" b="0">
                <a:solidFill>
                  <a:srgbClr val="F5F7F9"/>
                </a:solidFill>
                <a:latin typeface="Arial"/>
                <a:ea typeface="Arial"/>
                <a:cs typeface="Arial"/>
              </a:defRPr>
            </a:lvl2pPr>
            <a:lvl3pPr>
              <a:defRPr sz="1950" b="0">
                <a:solidFill>
                  <a:srgbClr val="F5F7F9"/>
                </a:solidFill>
                <a:latin typeface="Arial"/>
                <a:ea typeface="Arial"/>
                <a:cs typeface="Arial"/>
              </a:defRPr>
            </a:lvl3pPr>
            <a:lvl4pPr>
              <a:defRPr sz="1950" b="0">
                <a:solidFill>
                  <a:srgbClr val="F5F7F9"/>
                </a:solidFill>
                <a:latin typeface="Arial"/>
                <a:ea typeface="Arial"/>
                <a:cs typeface="Arial"/>
              </a:defRPr>
            </a:lvl4pPr>
            <a:lvl5pPr>
              <a:defRPr sz="1950" b="0">
                <a:solidFill>
                  <a:srgbClr val="F5F7F9"/>
                </a:solidFill>
                <a:latin typeface="Arial"/>
                <a:ea typeface="Arial"/>
                <a:cs typeface="Arial"/>
              </a:defRPr>
            </a:lvl5pPr>
            <a:lvl6pPr>
              <a:defRPr sz="1950" b="0">
                <a:solidFill>
                  <a:srgbClr val="F5F7F9"/>
                </a:solidFill>
                <a:latin typeface="Arial"/>
                <a:ea typeface="Arial"/>
                <a:cs typeface="Arial"/>
              </a:defRPr>
            </a:lvl6pPr>
            <a:lvl7pPr>
              <a:defRPr sz="1950" b="0">
                <a:solidFill>
                  <a:srgbClr val="F5F7F9"/>
                </a:solidFill>
                <a:latin typeface="Arial"/>
                <a:ea typeface="Arial"/>
                <a:cs typeface="Arial"/>
              </a:defRPr>
            </a:lvl7pPr>
            <a:lvl8pPr>
              <a:defRPr sz="1950" b="0">
                <a:solidFill>
                  <a:srgbClr val="F5F7F9"/>
                </a:solidFill>
                <a:latin typeface="Arial"/>
                <a:ea typeface="Arial"/>
                <a:cs typeface="Arial"/>
              </a:defRPr>
            </a:lvl8pPr>
            <a:lvl9pPr>
              <a:defRPr sz="1950" b="0">
                <a:solidFill>
                  <a:srgbClr val="F5F7F9"/>
                </a:solidFill>
                <a:latin typeface="Arial"/>
                <a:ea typeface="Arial"/>
                <a:cs typeface="Arial"/>
              </a:defRPr>
            </a:lvl9pPr>
          </a:lstStyle>
          <a:p xmlns:a="http://schemas.openxmlformats.org/drawingml/2006/main">
            <a:pPr>
              <a:defRPr sz="1950" b="0">
                <a:solidFill>
                  <a:srgbClr val="F5F7F9"/>
                </a:solidFill>
                <a:latin typeface="Arial"/>
                <a:ea typeface="Arial"/>
                <a:cs typeface="Arial"/>
              </a:defRPr>
            </a:pPr>
            <a:r>
              <a:rPr sz="1950" b="0">
                <a:solidFill>
                  <a:srgbClr val="F5F7F9"/>
                </a:solidFill>
                <a:latin typeface="Arial"/>
                <a:ea typeface="Arial"/>
                <a:cs typeface="Arial"/>
              </a:rPr>
              <a:t>Chat disappeared across tabs.</a:t>
            </a:r>
          </a:p>
          <a:p xmlns:a="http://schemas.openxmlformats.org/drawingml/2006/main">
            <a:pPr>
              <a:defRPr sz="1950" b="0">
                <a:solidFill>
                  <a:srgbClr val="F5F7F9"/>
                </a:solidFill>
                <a:latin typeface="Arial"/>
                <a:ea typeface="Arial"/>
                <a:cs typeface="Arial"/>
              </a:defRPr>
            </a:pPr>
            <a:r>
              <a:rPr sz="1950" b="0">
                <a:solidFill>
                  <a:srgbClr val="F5F7F9"/>
                </a:solidFill>
                <a:latin typeface="Arial"/>
                <a:ea typeface="Arial"/>
                <a:cs typeface="Arial"/>
              </a:rPr>
              <a:t>A shared session keeps it in memory.</a:t>
            </a:r>
          </a:p>
        </p:txBody>
      </p:sp>
    </p:spTree>
    <p:extLst>
      <p:ext uri="{BB962C8B-B14F-4D97-AF65-F5344CB8AC3E}">
        <p14:creationId xmlns:p14="http://schemas.microsoft.com/office/powerpoint/2010/main" val="840852007"/>
      </p:ext>
    </p:extLst>
  </p:cSld>
</p:sld>
</file>

<file path=ppt/slides/slide6.xml><?xml version="1.0" encoding="utf-8"?>
<p:sld xmlns:p="http://schemas.openxmlformats.org/presentationml/2006/main">
  <p:cSld>
    <p:bg>
      <p:bgPr>
        <a:solidFill xmlns:a="http://schemas.openxmlformats.org/drawingml/2006/main">
          <a:srgbClr val="FF7565"/>
        </a:solidFill>
      </p:bgPr>
    </p:bg>
    <p:spTree>
      <p:nvGrpSpPr>
        <p:cNvPr id="1" name=""/>
        <p:cNvGrpSpPr/>
        <p:nvPr/>
      </p:nvGrpSpPr>
      <p:grpSpPr>
        <a:xfrm xmlns:a="http://schemas.openxmlformats.org/drawingml/2006/main"/>
      </p:grpSpPr>
      <p:sp>
        <p:nvSpPr>
          <p:cNvPr id="11" name="A path to real campus use">
            <a:extLst xmlns:a="http://schemas.openxmlformats.org/drawingml/2006/main">
              <a:ext uri="{FF2B5EF4-FFF2-40B4-BE49-F238E27FC236}">
                <a16:creationId xmlns:a16="http://schemas.microsoft.com/office/drawing/2014/main" id="{47D8BE04-8283-42CE-8F71-1A5935903631}"/>
              </a:ext>
            </a:extLst>
          </p:cNvPr>
          <p:cNvSpPr>
            <a:spLocks xmlns:a="http://schemas.openxmlformats.org/drawingml/2006/main" noGrp="1"/>
          </p:cNvSpPr>
          <p:nvPr/>
        </p:nvSpPr>
        <p:spPr>
          <a:xfrm xmlns:a="http://schemas.openxmlformats.org/drawingml/2006/main">
            <a:off x="628650" y="5524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11161D"/>
                </a:solidFill>
                <a:latin typeface="Arial"/>
                <a:ea typeface="Arial"/>
                <a:cs typeface="Arial"/>
              </a:defRPr>
            </a:defPPr>
            <a:lvl1pPr>
              <a:defRPr sz="4275" b="1">
                <a:solidFill>
                  <a:srgbClr val="11161D"/>
                </a:solidFill>
                <a:latin typeface="Arial"/>
                <a:ea typeface="Arial"/>
                <a:cs typeface="Arial"/>
              </a:defRPr>
            </a:lvl1pPr>
            <a:lvl2pPr>
              <a:defRPr sz="4275" b="1">
                <a:solidFill>
                  <a:srgbClr val="11161D"/>
                </a:solidFill>
                <a:latin typeface="Arial"/>
                <a:ea typeface="Arial"/>
                <a:cs typeface="Arial"/>
              </a:defRPr>
            </a:lvl2pPr>
            <a:lvl3pPr>
              <a:defRPr sz="4275" b="1">
                <a:solidFill>
                  <a:srgbClr val="11161D"/>
                </a:solidFill>
                <a:latin typeface="Arial"/>
                <a:ea typeface="Arial"/>
                <a:cs typeface="Arial"/>
              </a:defRPr>
            </a:lvl3pPr>
            <a:lvl4pPr>
              <a:defRPr sz="4275" b="1">
                <a:solidFill>
                  <a:srgbClr val="11161D"/>
                </a:solidFill>
                <a:latin typeface="Arial"/>
                <a:ea typeface="Arial"/>
                <a:cs typeface="Arial"/>
              </a:defRPr>
            </a:lvl4pPr>
            <a:lvl5pPr>
              <a:defRPr sz="4275" b="1">
                <a:solidFill>
                  <a:srgbClr val="11161D"/>
                </a:solidFill>
                <a:latin typeface="Arial"/>
                <a:ea typeface="Arial"/>
                <a:cs typeface="Arial"/>
              </a:defRPr>
            </a:lvl5pPr>
            <a:lvl6pPr>
              <a:defRPr sz="4275" b="1">
                <a:solidFill>
                  <a:srgbClr val="11161D"/>
                </a:solidFill>
                <a:latin typeface="Arial"/>
                <a:ea typeface="Arial"/>
                <a:cs typeface="Arial"/>
              </a:defRPr>
            </a:lvl6pPr>
            <a:lvl7pPr>
              <a:defRPr sz="4275" b="1">
                <a:solidFill>
                  <a:srgbClr val="11161D"/>
                </a:solidFill>
                <a:latin typeface="Arial"/>
                <a:ea typeface="Arial"/>
                <a:cs typeface="Arial"/>
              </a:defRPr>
            </a:lvl7pPr>
            <a:lvl8pPr>
              <a:defRPr sz="4275" b="1">
                <a:solidFill>
                  <a:srgbClr val="11161D"/>
                </a:solidFill>
                <a:latin typeface="Arial"/>
                <a:ea typeface="Arial"/>
                <a:cs typeface="Arial"/>
              </a:defRPr>
            </a:lvl8pPr>
            <a:lvl9pPr>
              <a:defRPr sz="4275" b="1">
                <a:solidFill>
                  <a:srgbClr val="11161D"/>
                </a:solidFill>
                <a:latin typeface="Arial"/>
                <a:ea typeface="Arial"/>
                <a:cs typeface="Arial"/>
              </a:defRPr>
            </a:lvl9pPr>
          </a:lstStyle>
          <a:p xmlns:a="http://schemas.openxmlformats.org/drawingml/2006/main">
            <a:pPr>
              <a:defRPr sz="4275" b="1">
                <a:solidFill>
                  <a:srgbClr val="11161D"/>
                </a:solidFill>
                <a:latin typeface="Arial"/>
                <a:ea typeface="Arial"/>
                <a:cs typeface="Arial"/>
              </a:defRPr>
            </a:pPr>
            <a:r>
              <a:rPr sz="4275" b="1">
                <a:solidFill>
                  <a:srgbClr val="11161D"/>
                </a:solidFill>
                <a:latin typeface="Arial"/>
                <a:ea typeface="Arial"/>
                <a:cs typeface="Arial"/>
              </a:rPr>
              <a:t>A path to real campus use</a:t>
            </a:r>
          </a:p>
        </p:txBody>
      </p:sp>
      <p:sp>
        <p:nvSpPr>
          <p:cNvPr id="2" name="CRYSTALX / BUILD 2026">
            <a:extLst xmlns:a="http://schemas.openxmlformats.org/drawingml/2006/main">
              <a:ext uri="{FF2B5EF4-FFF2-40B4-BE49-F238E27FC236}">
                <a16:creationId xmlns:a16="http://schemas.microsoft.com/office/drawing/2014/main" id="{26870903-8DCA-4516-A1E9-A6C9C08B9B50}"/>
              </a:ext>
            </a:extLst>
          </p:cNvPr>
          <p:cNvSpPr>
            <a:spLocks xmlns:a="http://schemas.openxmlformats.org/drawingml/2006/main" noGrp="1"/>
          </p:cNvSpPr>
          <p:nvPr/>
        </p:nvSpPr>
        <p:spPr>
          <a:xfrm xmlns:a="http://schemas.openxmlformats.org/drawingml/2006/main">
            <a:off x="685800" y="6372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11161D"/>
                </a:solidFill>
                <a:latin typeface="Arial"/>
                <a:ea typeface="Arial"/>
                <a:cs typeface="Arial"/>
              </a:defRPr>
            </a:defPPr>
            <a:lvl1pPr>
              <a:defRPr sz="1200" b="0">
                <a:solidFill>
                  <a:srgbClr val="11161D"/>
                </a:solidFill>
                <a:latin typeface="Arial"/>
                <a:ea typeface="Arial"/>
                <a:cs typeface="Arial"/>
              </a:defRPr>
            </a:lvl1pPr>
            <a:lvl2pPr>
              <a:defRPr sz="1200" b="0">
                <a:solidFill>
                  <a:srgbClr val="11161D"/>
                </a:solidFill>
                <a:latin typeface="Arial"/>
                <a:ea typeface="Arial"/>
                <a:cs typeface="Arial"/>
              </a:defRPr>
            </a:lvl2pPr>
            <a:lvl3pPr>
              <a:defRPr sz="1200" b="0">
                <a:solidFill>
                  <a:srgbClr val="11161D"/>
                </a:solidFill>
                <a:latin typeface="Arial"/>
                <a:ea typeface="Arial"/>
                <a:cs typeface="Arial"/>
              </a:defRPr>
            </a:lvl3pPr>
            <a:lvl4pPr>
              <a:defRPr sz="1200" b="0">
                <a:solidFill>
                  <a:srgbClr val="11161D"/>
                </a:solidFill>
                <a:latin typeface="Arial"/>
                <a:ea typeface="Arial"/>
                <a:cs typeface="Arial"/>
              </a:defRPr>
            </a:lvl4pPr>
            <a:lvl5pPr>
              <a:defRPr sz="1200" b="0">
                <a:solidFill>
                  <a:srgbClr val="11161D"/>
                </a:solidFill>
                <a:latin typeface="Arial"/>
                <a:ea typeface="Arial"/>
                <a:cs typeface="Arial"/>
              </a:defRPr>
            </a:lvl5pPr>
            <a:lvl6pPr>
              <a:defRPr sz="1200" b="0">
                <a:solidFill>
                  <a:srgbClr val="11161D"/>
                </a:solidFill>
                <a:latin typeface="Arial"/>
                <a:ea typeface="Arial"/>
                <a:cs typeface="Arial"/>
              </a:defRPr>
            </a:lvl6pPr>
            <a:lvl7pPr>
              <a:defRPr sz="1200" b="0">
                <a:solidFill>
                  <a:srgbClr val="11161D"/>
                </a:solidFill>
                <a:latin typeface="Arial"/>
                <a:ea typeface="Arial"/>
                <a:cs typeface="Arial"/>
              </a:defRPr>
            </a:lvl7pPr>
            <a:lvl8pPr>
              <a:defRPr sz="1200" b="0">
                <a:solidFill>
                  <a:srgbClr val="11161D"/>
                </a:solidFill>
                <a:latin typeface="Arial"/>
                <a:ea typeface="Arial"/>
                <a:cs typeface="Arial"/>
              </a:defRPr>
            </a:lvl8pPr>
            <a:lvl9pPr>
              <a:defRPr sz="1200" b="0">
                <a:solidFill>
                  <a:srgbClr val="11161D"/>
                </a:solidFill>
                <a:latin typeface="Arial"/>
                <a:ea typeface="Arial"/>
                <a:cs typeface="Arial"/>
              </a:defRPr>
            </a:lvl9pPr>
          </a:lstStyle>
          <a:p xmlns:a="http://schemas.openxmlformats.org/drawingml/2006/main">
            <a:pPr>
              <a:defRPr sz="1200" b="0">
                <a:solidFill>
                  <a:srgbClr val="11161D"/>
                </a:solidFill>
                <a:latin typeface="Arial"/>
                <a:ea typeface="Arial"/>
                <a:cs typeface="Arial"/>
              </a:defRPr>
            </a:pPr>
            <a:r>
              <a:rPr sz="1200" b="0">
                <a:solidFill>
                  <a:srgbClr val="11161D"/>
                </a:solidFill>
                <a:latin typeface="Arial"/>
                <a:ea typeface="Arial"/>
                <a:cs typeface="Arial"/>
              </a:rPr>
              <a:t>CRYSTALX / BUILD 2026</a:t>
            </a:r>
          </a:p>
        </p:txBody>
      </p:sp>
      <p:sp>
        <p:nvSpPr>
          <p:cNvPr id="3" name="06">
            <a:extLst xmlns:a="http://schemas.openxmlformats.org/drawingml/2006/main">
              <a:ext uri="{FF2B5EF4-FFF2-40B4-BE49-F238E27FC236}">
                <a16:creationId xmlns:a16="http://schemas.microsoft.com/office/drawing/2014/main" id="{28FF8171-8E43-4DF2-9B8A-569A7F32A364}"/>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06</a:t>
            </a:r>
          </a:p>
        </p:txBody>
      </p:sp>
      <p:sp>
        <p:nvSpPr>
          <p:cNvPr id="4" name="For colleges">
            <a:extLst xmlns:a="http://schemas.openxmlformats.org/drawingml/2006/main">
              <a:ext uri="{FF2B5EF4-FFF2-40B4-BE49-F238E27FC236}">
                <a16:creationId xmlns:a16="http://schemas.microsoft.com/office/drawing/2014/main" id="{47263B24-9826-4F91-9EF1-EB499BFBA2D1}"/>
              </a:ext>
            </a:extLst>
          </p:cNvPr>
          <p:cNvSpPr>
            <a:spLocks xmlns:a="http://schemas.openxmlformats.org/drawingml/2006/main" noGrp="1"/>
          </p:cNvSpPr>
          <p:nvPr/>
        </p:nvSpPr>
        <p:spPr>
          <a:xfrm xmlns:a="http://schemas.openxmlformats.org/drawingml/2006/main">
            <a:off x="704850" y="18097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1161D"/>
                </a:solidFill>
                <a:latin typeface="Arial"/>
                <a:ea typeface="Arial"/>
                <a:cs typeface="Arial"/>
              </a:defRPr>
            </a:defPPr>
            <a:lvl1pPr>
              <a:defRPr sz="3000" b="1">
                <a:solidFill>
                  <a:srgbClr val="11161D"/>
                </a:solidFill>
                <a:latin typeface="Arial"/>
                <a:ea typeface="Arial"/>
                <a:cs typeface="Arial"/>
              </a:defRPr>
            </a:lvl1pPr>
            <a:lvl2pPr>
              <a:defRPr sz="3000" b="1">
                <a:solidFill>
                  <a:srgbClr val="11161D"/>
                </a:solidFill>
                <a:latin typeface="Arial"/>
                <a:ea typeface="Arial"/>
                <a:cs typeface="Arial"/>
              </a:defRPr>
            </a:lvl2pPr>
            <a:lvl3pPr>
              <a:defRPr sz="3000" b="1">
                <a:solidFill>
                  <a:srgbClr val="11161D"/>
                </a:solidFill>
                <a:latin typeface="Arial"/>
                <a:ea typeface="Arial"/>
                <a:cs typeface="Arial"/>
              </a:defRPr>
            </a:lvl3pPr>
            <a:lvl4pPr>
              <a:defRPr sz="3000" b="1">
                <a:solidFill>
                  <a:srgbClr val="11161D"/>
                </a:solidFill>
                <a:latin typeface="Arial"/>
                <a:ea typeface="Arial"/>
                <a:cs typeface="Arial"/>
              </a:defRPr>
            </a:lvl4pPr>
            <a:lvl5pPr>
              <a:defRPr sz="3000" b="1">
                <a:solidFill>
                  <a:srgbClr val="11161D"/>
                </a:solidFill>
                <a:latin typeface="Arial"/>
                <a:ea typeface="Arial"/>
                <a:cs typeface="Arial"/>
              </a:defRPr>
            </a:lvl5pPr>
            <a:lvl6pPr>
              <a:defRPr sz="3000" b="1">
                <a:solidFill>
                  <a:srgbClr val="11161D"/>
                </a:solidFill>
                <a:latin typeface="Arial"/>
                <a:ea typeface="Arial"/>
                <a:cs typeface="Arial"/>
              </a:defRPr>
            </a:lvl6pPr>
            <a:lvl7pPr>
              <a:defRPr sz="3000" b="1">
                <a:solidFill>
                  <a:srgbClr val="11161D"/>
                </a:solidFill>
                <a:latin typeface="Arial"/>
                <a:ea typeface="Arial"/>
                <a:cs typeface="Arial"/>
              </a:defRPr>
            </a:lvl7pPr>
            <a:lvl8pPr>
              <a:defRPr sz="3000" b="1">
                <a:solidFill>
                  <a:srgbClr val="11161D"/>
                </a:solidFill>
                <a:latin typeface="Arial"/>
                <a:ea typeface="Arial"/>
                <a:cs typeface="Arial"/>
              </a:defRPr>
            </a:lvl8pPr>
            <a:lvl9pPr>
              <a:defRPr sz="3000" b="1">
                <a:solidFill>
                  <a:srgbClr val="11161D"/>
                </a:solidFill>
                <a:latin typeface="Arial"/>
                <a:ea typeface="Arial"/>
                <a:cs typeface="Arial"/>
              </a:defRPr>
            </a:lvl9pPr>
          </a:lstStyle>
          <a:p xmlns:a="http://schemas.openxmlformats.org/drawingml/2006/main">
            <a:pPr>
              <a:defRPr sz="3000" b="1">
                <a:solidFill>
                  <a:srgbClr val="11161D"/>
                </a:solidFill>
                <a:latin typeface="Arial"/>
                <a:ea typeface="Arial"/>
                <a:cs typeface="Arial"/>
              </a:defRPr>
            </a:pPr>
            <a:r>
              <a:rPr sz="3000" b="1">
                <a:solidFill>
                  <a:srgbClr val="11161D"/>
                </a:solidFill>
                <a:latin typeface="Arial"/>
                <a:ea typeface="Arial"/>
                <a:cs typeface="Arial"/>
              </a:rPr>
              <a:t>For colleges</a:t>
            </a:r>
          </a:p>
        </p:txBody>
      </p:sp>
      <p:sp>
        <p:nvSpPr>
          <p:cNvPr id="5" name="Publish a reviewed campus package.&#10;Keep room changes and not">
            <a:extLst xmlns:a="http://schemas.openxmlformats.org/drawingml/2006/main">
              <a:ext uri="{FF2B5EF4-FFF2-40B4-BE49-F238E27FC236}">
                <a16:creationId xmlns:a16="http://schemas.microsoft.com/office/drawing/2014/main" id="{BE6F22C9-933E-4B48-8906-9CB0732A4FE4}"/>
              </a:ext>
            </a:extLst>
          </p:cNvPr>
          <p:cNvSpPr>
            <a:spLocks xmlns:a="http://schemas.openxmlformats.org/drawingml/2006/main" noGrp="1"/>
          </p:cNvSpPr>
          <p:nvPr/>
        </p:nvSpPr>
        <p:spPr>
          <a:xfrm xmlns:a="http://schemas.openxmlformats.org/drawingml/2006/main">
            <a:off x="704850" y="2524125"/>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11161D"/>
                </a:solidFill>
                <a:latin typeface="Arial"/>
                <a:ea typeface="Arial"/>
                <a:cs typeface="Arial"/>
              </a:defRPr>
            </a:defPPr>
            <a:lvl1pPr>
              <a:defRPr sz="2475" b="0">
                <a:solidFill>
                  <a:srgbClr val="11161D"/>
                </a:solidFill>
                <a:latin typeface="Arial"/>
                <a:ea typeface="Arial"/>
                <a:cs typeface="Arial"/>
              </a:defRPr>
            </a:lvl1pPr>
            <a:lvl2pPr>
              <a:defRPr sz="2475" b="0">
                <a:solidFill>
                  <a:srgbClr val="11161D"/>
                </a:solidFill>
                <a:latin typeface="Arial"/>
                <a:ea typeface="Arial"/>
                <a:cs typeface="Arial"/>
              </a:defRPr>
            </a:lvl2pPr>
            <a:lvl3pPr>
              <a:defRPr sz="2475" b="0">
                <a:solidFill>
                  <a:srgbClr val="11161D"/>
                </a:solidFill>
                <a:latin typeface="Arial"/>
                <a:ea typeface="Arial"/>
                <a:cs typeface="Arial"/>
              </a:defRPr>
            </a:lvl3pPr>
            <a:lvl4pPr>
              <a:defRPr sz="2475" b="0">
                <a:solidFill>
                  <a:srgbClr val="11161D"/>
                </a:solidFill>
                <a:latin typeface="Arial"/>
                <a:ea typeface="Arial"/>
                <a:cs typeface="Arial"/>
              </a:defRPr>
            </a:lvl4pPr>
            <a:lvl5pPr>
              <a:defRPr sz="2475" b="0">
                <a:solidFill>
                  <a:srgbClr val="11161D"/>
                </a:solidFill>
                <a:latin typeface="Arial"/>
                <a:ea typeface="Arial"/>
                <a:cs typeface="Arial"/>
              </a:defRPr>
            </a:lvl5pPr>
            <a:lvl6pPr>
              <a:defRPr sz="2475" b="0">
                <a:solidFill>
                  <a:srgbClr val="11161D"/>
                </a:solidFill>
                <a:latin typeface="Arial"/>
                <a:ea typeface="Arial"/>
                <a:cs typeface="Arial"/>
              </a:defRPr>
            </a:lvl6pPr>
            <a:lvl7pPr>
              <a:defRPr sz="2475" b="0">
                <a:solidFill>
                  <a:srgbClr val="11161D"/>
                </a:solidFill>
                <a:latin typeface="Arial"/>
                <a:ea typeface="Arial"/>
                <a:cs typeface="Arial"/>
              </a:defRPr>
            </a:lvl7pPr>
            <a:lvl8pPr>
              <a:defRPr sz="2475" b="0">
                <a:solidFill>
                  <a:srgbClr val="11161D"/>
                </a:solidFill>
                <a:latin typeface="Arial"/>
                <a:ea typeface="Arial"/>
                <a:cs typeface="Arial"/>
              </a:defRPr>
            </a:lvl8pPr>
            <a:lvl9pPr>
              <a:defRPr sz="2475" b="0">
                <a:solidFill>
                  <a:srgbClr val="11161D"/>
                </a:solidFill>
                <a:latin typeface="Arial"/>
                <a:ea typeface="Arial"/>
                <a:cs typeface="Arial"/>
              </a:defRPr>
            </a:lvl9pPr>
          </a:lstStyle>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Publish a reviewed campus package.</a:t>
            </a:r>
          </a:p>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Keep room changes and notices current.</a:t>
            </a:r>
          </a:p>
        </p:txBody>
      </p:sp>
      <p:sp>
        <p:nvSpPr>
          <p:cNvPr id="6" name="For students">
            <a:extLst xmlns:a="http://schemas.openxmlformats.org/drawingml/2006/main">
              <a:ext uri="{FF2B5EF4-FFF2-40B4-BE49-F238E27FC236}">
                <a16:creationId xmlns:a16="http://schemas.microsoft.com/office/drawing/2014/main" id="{7FE6F003-90BB-4A3A-B613-66CF282169F1}"/>
              </a:ext>
            </a:extLst>
          </p:cNvPr>
          <p:cNvSpPr>
            <a:spLocks xmlns:a="http://schemas.openxmlformats.org/drawingml/2006/main" noGrp="1"/>
          </p:cNvSpPr>
          <p:nvPr/>
        </p:nvSpPr>
        <p:spPr>
          <a:xfrm xmlns:a="http://schemas.openxmlformats.org/drawingml/2006/main">
            <a:off x="704850" y="37242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For students</a:t>
            </a:r>
          </a:p>
        </p:txBody>
      </p:sp>
      <p:sp>
        <p:nvSpPr>
          <p:cNvPr id="7" name="A saved schedule and campus help&#10;when the connection drops.">
            <a:extLst xmlns:a="http://schemas.openxmlformats.org/drawingml/2006/main">
              <a:ext uri="{FF2B5EF4-FFF2-40B4-BE49-F238E27FC236}">
                <a16:creationId xmlns:a16="http://schemas.microsoft.com/office/drawing/2014/main" id="{CAA6FC84-766E-4D03-8109-6A440E0F4CDA}"/>
              </a:ext>
            </a:extLst>
          </p:cNvPr>
          <p:cNvSpPr>
            <a:spLocks xmlns:a="http://schemas.openxmlformats.org/drawingml/2006/main" noGrp="1"/>
          </p:cNvSpPr>
          <p:nvPr/>
        </p:nvSpPr>
        <p:spPr>
          <a:xfrm xmlns:a="http://schemas.openxmlformats.org/drawingml/2006/main">
            <a:off x="704850" y="4295775"/>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1161D"/>
                </a:solidFill>
                <a:latin typeface="Arial"/>
                <a:ea typeface="Arial"/>
                <a:cs typeface="Arial"/>
              </a:defRPr>
            </a:defPPr>
            <a:lvl1pPr>
              <a:defRPr sz="2175" b="0">
                <a:solidFill>
                  <a:srgbClr val="11161D"/>
                </a:solidFill>
                <a:latin typeface="Arial"/>
                <a:ea typeface="Arial"/>
                <a:cs typeface="Arial"/>
              </a:defRPr>
            </a:lvl1pPr>
            <a:lvl2pPr>
              <a:defRPr sz="2175" b="0">
                <a:solidFill>
                  <a:srgbClr val="11161D"/>
                </a:solidFill>
                <a:latin typeface="Arial"/>
                <a:ea typeface="Arial"/>
                <a:cs typeface="Arial"/>
              </a:defRPr>
            </a:lvl2pPr>
            <a:lvl3pPr>
              <a:defRPr sz="2175" b="0">
                <a:solidFill>
                  <a:srgbClr val="11161D"/>
                </a:solidFill>
                <a:latin typeface="Arial"/>
                <a:ea typeface="Arial"/>
                <a:cs typeface="Arial"/>
              </a:defRPr>
            </a:lvl3pPr>
            <a:lvl4pPr>
              <a:defRPr sz="2175" b="0">
                <a:solidFill>
                  <a:srgbClr val="11161D"/>
                </a:solidFill>
                <a:latin typeface="Arial"/>
                <a:ea typeface="Arial"/>
                <a:cs typeface="Arial"/>
              </a:defRPr>
            </a:lvl4pPr>
            <a:lvl5pPr>
              <a:defRPr sz="2175" b="0">
                <a:solidFill>
                  <a:srgbClr val="11161D"/>
                </a:solidFill>
                <a:latin typeface="Arial"/>
                <a:ea typeface="Arial"/>
                <a:cs typeface="Arial"/>
              </a:defRPr>
            </a:lvl5pPr>
            <a:lvl6pPr>
              <a:defRPr sz="2175" b="0">
                <a:solidFill>
                  <a:srgbClr val="11161D"/>
                </a:solidFill>
                <a:latin typeface="Arial"/>
                <a:ea typeface="Arial"/>
                <a:cs typeface="Arial"/>
              </a:defRPr>
            </a:lvl6pPr>
            <a:lvl7pPr>
              <a:defRPr sz="2175" b="0">
                <a:solidFill>
                  <a:srgbClr val="11161D"/>
                </a:solidFill>
                <a:latin typeface="Arial"/>
                <a:ea typeface="Arial"/>
                <a:cs typeface="Arial"/>
              </a:defRPr>
            </a:lvl7pPr>
            <a:lvl8pPr>
              <a:defRPr sz="2175" b="0">
                <a:solidFill>
                  <a:srgbClr val="11161D"/>
                </a:solidFill>
                <a:latin typeface="Arial"/>
                <a:ea typeface="Arial"/>
                <a:cs typeface="Arial"/>
              </a:defRPr>
            </a:lvl8pPr>
            <a:lvl9pPr>
              <a:defRPr sz="2175" b="0">
                <a:solidFill>
                  <a:srgbClr val="11161D"/>
                </a:solidFill>
                <a:latin typeface="Arial"/>
                <a:ea typeface="Arial"/>
                <a:cs typeface="Arial"/>
              </a:defRPr>
            </a:lvl9pPr>
          </a:lstStyle>
          <a:p xmlns:a="http://schemas.openxmlformats.org/drawingml/2006/main">
            <a:pPr>
              <a:defRPr sz="2175" b="0">
                <a:solidFill>
                  <a:srgbClr val="11161D"/>
                </a:solidFill>
                <a:latin typeface="Arial"/>
                <a:ea typeface="Arial"/>
                <a:cs typeface="Arial"/>
              </a:defRPr>
            </a:pPr>
            <a:r>
              <a:rPr sz="2175" b="0">
                <a:solidFill>
                  <a:srgbClr val="11161D"/>
                </a:solidFill>
                <a:latin typeface="Arial"/>
                <a:ea typeface="Arial"/>
                <a:cs typeface="Arial"/>
              </a:rPr>
              <a:t>A saved schedule and campus help</a:t>
            </a:r>
          </a:p>
          <a:p xmlns:a="http://schemas.openxmlformats.org/drawingml/2006/main">
            <a:pPr>
              <a:defRPr sz="2175" b="0">
                <a:solidFill>
                  <a:srgbClr val="11161D"/>
                </a:solidFill>
                <a:latin typeface="Arial"/>
                <a:ea typeface="Arial"/>
                <a:cs typeface="Arial"/>
              </a:defRPr>
            </a:pPr>
            <a:r>
              <a:rPr sz="2175" b="0">
                <a:solidFill>
                  <a:srgbClr val="11161D"/>
                </a:solidFill>
                <a:latin typeface="Arial"/>
                <a:ea typeface="Arial"/>
                <a:cs typeface="Arial"/>
              </a:rPr>
              <a:t>when the connection drops.</a:t>
            </a:r>
          </a:p>
        </p:txBody>
      </p:sp>
      <p:sp>
        <p:nvSpPr>
          <p:cNvPr id="8" name="Next">
            <a:extLst xmlns:a="http://schemas.openxmlformats.org/drawingml/2006/main">
              <a:ext uri="{FF2B5EF4-FFF2-40B4-BE49-F238E27FC236}">
                <a16:creationId xmlns:a16="http://schemas.microsoft.com/office/drawing/2014/main" id="{CA044654-A7B2-447D-B9EA-3EC9D2AF975B}"/>
              </a:ext>
            </a:extLst>
          </p:cNvPr>
          <p:cNvSpPr>
            <a:spLocks xmlns:a="http://schemas.openxmlformats.org/drawingml/2006/main" noGrp="1"/>
          </p:cNvSpPr>
          <p:nvPr/>
        </p:nvSpPr>
        <p:spPr>
          <a:xfrm xmlns:a="http://schemas.openxmlformats.org/drawingml/2006/main">
            <a:off x="7162800" y="37242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Next</a:t>
            </a:r>
          </a:p>
        </p:txBody>
      </p:sp>
      <p:sp>
        <p:nvSpPr>
          <p:cNvPr id="9" name="Verify data with a campus owner.&#10;Pilot with first-year stude">
            <a:extLst xmlns:a="http://schemas.openxmlformats.org/drawingml/2006/main">
              <a:ext uri="{FF2B5EF4-FFF2-40B4-BE49-F238E27FC236}">
                <a16:creationId xmlns:a16="http://schemas.microsoft.com/office/drawing/2014/main" id="{9F934253-60C6-4051-90C2-A02C9F74849C}"/>
              </a:ext>
            </a:extLst>
          </p:cNvPr>
          <p:cNvSpPr>
            <a:spLocks xmlns:a="http://schemas.openxmlformats.org/drawingml/2006/main" noGrp="1"/>
          </p:cNvSpPr>
          <p:nvPr/>
        </p:nvSpPr>
        <p:spPr>
          <a:xfrm xmlns:a="http://schemas.openxmlformats.org/drawingml/2006/main">
            <a:off x="7162800" y="4295775"/>
            <a:ext cx="4476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1161D"/>
                </a:solidFill>
                <a:latin typeface="Arial"/>
                <a:ea typeface="Arial"/>
                <a:cs typeface="Arial"/>
              </a:defRPr>
            </a:defPPr>
            <a:lvl1pPr>
              <a:defRPr sz="2100" b="0">
                <a:solidFill>
                  <a:srgbClr val="11161D"/>
                </a:solidFill>
                <a:latin typeface="Arial"/>
                <a:ea typeface="Arial"/>
                <a:cs typeface="Arial"/>
              </a:defRPr>
            </a:lvl1pPr>
            <a:lvl2pPr>
              <a:defRPr sz="2100" b="0">
                <a:solidFill>
                  <a:srgbClr val="11161D"/>
                </a:solidFill>
                <a:latin typeface="Arial"/>
                <a:ea typeface="Arial"/>
                <a:cs typeface="Arial"/>
              </a:defRPr>
            </a:lvl2pPr>
            <a:lvl3pPr>
              <a:defRPr sz="2100" b="0">
                <a:solidFill>
                  <a:srgbClr val="11161D"/>
                </a:solidFill>
                <a:latin typeface="Arial"/>
                <a:ea typeface="Arial"/>
                <a:cs typeface="Arial"/>
              </a:defRPr>
            </a:lvl3pPr>
            <a:lvl4pPr>
              <a:defRPr sz="2100" b="0">
                <a:solidFill>
                  <a:srgbClr val="11161D"/>
                </a:solidFill>
                <a:latin typeface="Arial"/>
                <a:ea typeface="Arial"/>
                <a:cs typeface="Arial"/>
              </a:defRPr>
            </a:lvl4pPr>
            <a:lvl5pPr>
              <a:defRPr sz="2100" b="0">
                <a:solidFill>
                  <a:srgbClr val="11161D"/>
                </a:solidFill>
                <a:latin typeface="Arial"/>
                <a:ea typeface="Arial"/>
                <a:cs typeface="Arial"/>
              </a:defRPr>
            </a:lvl5pPr>
            <a:lvl6pPr>
              <a:defRPr sz="2100" b="0">
                <a:solidFill>
                  <a:srgbClr val="11161D"/>
                </a:solidFill>
                <a:latin typeface="Arial"/>
                <a:ea typeface="Arial"/>
                <a:cs typeface="Arial"/>
              </a:defRPr>
            </a:lvl6pPr>
            <a:lvl7pPr>
              <a:defRPr sz="2100" b="0">
                <a:solidFill>
                  <a:srgbClr val="11161D"/>
                </a:solidFill>
                <a:latin typeface="Arial"/>
                <a:ea typeface="Arial"/>
                <a:cs typeface="Arial"/>
              </a:defRPr>
            </a:lvl7pPr>
            <a:lvl8pPr>
              <a:defRPr sz="2100" b="0">
                <a:solidFill>
                  <a:srgbClr val="11161D"/>
                </a:solidFill>
                <a:latin typeface="Arial"/>
                <a:ea typeface="Arial"/>
                <a:cs typeface="Arial"/>
              </a:defRPr>
            </a:lvl8pPr>
            <a:lvl9pPr>
              <a:defRPr sz="2100" b="0">
                <a:solidFill>
                  <a:srgbClr val="11161D"/>
                </a:solidFill>
                <a:latin typeface="Arial"/>
                <a:ea typeface="Arial"/>
                <a:cs typeface="Arial"/>
              </a:defRPr>
            </a:lvl9pPr>
          </a:lstStyle>
          <a:p xmlns:a="http://schemas.openxmlformats.org/drawingml/2006/main">
            <a:pPr>
              <a:defRPr sz="2100" b="0">
                <a:solidFill>
                  <a:srgbClr val="11161D"/>
                </a:solidFill>
                <a:latin typeface="Arial"/>
                <a:ea typeface="Arial"/>
                <a:cs typeface="Arial"/>
              </a:defRPr>
            </a:pPr>
            <a:r>
              <a:rPr sz="2100" b="0">
                <a:solidFill>
                  <a:srgbClr val="11161D"/>
                </a:solidFill>
                <a:latin typeface="Arial"/>
                <a:ea typeface="Arial"/>
                <a:cs typeface="Arial"/>
              </a:rPr>
              <a:t>Verify data with a campus owner.</a:t>
            </a:r>
          </a:p>
          <a:p xmlns:a="http://schemas.openxmlformats.org/drawingml/2006/main">
            <a:pPr>
              <a:defRPr sz="2100" b="0">
                <a:solidFill>
                  <a:srgbClr val="11161D"/>
                </a:solidFill>
                <a:latin typeface="Arial"/>
                <a:ea typeface="Arial"/>
                <a:cs typeface="Arial"/>
              </a:defRPr>
            </a:pPr>
            <a:r>
              <a:rPr sz="2100" b="0">
                <a:solidFill>
                  <a:srgbClr val="11161D"/>
                </a:solidFill>
                <a:latin typeface="Arial"/>
                <a:ea typeface="Arial"/>
                <a:cs typeface="Arial"/>
              </a:rPr>
              <a:t>Pilot with first-year students.</a:t>
            </a:r>
          </a:p>
          <a:p xmlns:a="http://schemas.openxmlformats.org/drawingml/2006/main">
            <a:pPr>
              <a:defRPr sz="2100" b="0">
                <a:solidFill>
                  <a:srgbClr val="11161D"/>
                </a:solidFill>
                <a:latin typeface="Arial"/>
                <a:ea typeface="Arial"/>
                <a:cs typeface="Arial"/>
              </a:defRPr>
            </a:pPr>
            <a:r>
              <a:rPr sz="2100" b="0">
                <a:solidFill>
                  <a:srgbClr val="11161D"/>
                </a:solidFill>
                <a:latin typeface="Arial"/>
                <a:ea typeface="Arial"/>
                <a:cs typeface="Arial"/>
              </a:rPr>
              <a:t>Measure accuracy and reliability.</a:t>
            </a:r>
          </a:p>
        </p:txBody>
      </p:sp>
      <p:sp>
        <p:nvSpPr>
          <p:cNvPr id="10" name="Real-world requirement: authorised data, reliable updates an">
            <a:extLst xmlns:a="http://schemas.openxmlformats.org/drawingml/2006/main">
              <a:ext uri="{FF2B5EF4-FFF2-40B4-BE49-F238E27FC236}">
                <a16:creationId xmlns:a16="http://schemas.microsoft.com/office/drawing/2014/main" id="{33E5483E-0E50-45F5-8E2C-47177B545D5A}"/>
              </a:ext>
            </a:extLst>
          </p:cNvPr>
          <p:cNvSpPr>
            <a:spLocks xmlns:a="http://schemas.openxmlformats.org/drawingml/2006/main" noGrp="1"/>
          </p:cNvSpPr>
          <p:nvPr/>
        </p:nvSpPr>
        <p:spPr>
          <a:xfrm xmlns:a="http://schemas.openxmlformats.org/drawingml/2006/main">
            <a:off x="704850" y="58102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1161D"/>
                </a:solidFill>
                <a:latin typeface="Arial"/>
                <a:ea typeface="Arial"/>
                <a:cs typeface="Arial"/>
              </a:defRPr>
            </a:defPPr>
            <a:lvl1pPr>
              <a:defRPr sz="1800" b="1">
                <a:solidFill>
                  <a:srgbClr val="11161D"/>
                </a:solidFill>
                <a:latin typeface="Arial"/>
                <a:ea typeface="Arial"/>
                <a:cs typeface="Arial"/>
              </a:defRPr>
            </a:lvl1pPr>
            <a:lvl2pPr>
              <a:defRPr sz="1800" b="1">
                <a:solidFill>
                  <a:srgbClr val="11161D"/>
                </a:solidFill>
                <a:latin typeface="Arial"/>
                <a:ea typeface="Arial"/>
                <a:cs typeface="Arial"/>
              </a:defRPr>
            </a:lvl2pPr>
            <a:lvl3pPr>
              <a:defRPr sz="1800" b="1">
                <a:solidFill>
                  <a:srgbClr val="11161D"/>
                </a:solidFill>
                <a:latin typeface="Arial"/>
                <a:ea typeface="Arial"/>
                <a:cs typeface="Arial"/>
              </a:defRPr>
            </a:lvl3pPr>
            <a:lvl4pPr>
              <a:defRPr sz="1800" b="1">
                <a:solidFill>
                  <a:srgbClr val="11161D"/>
                </a:solidFill>
                <a:latin typeface="Arial"/>
                <a:ea typeface="Arial"/>
                <a:cs typeface="Arial"/>
              </a:defRPr>
            </a:lvl4pPr>
            <a:lvl5pPr>
              <a:defRPr sz="1800" b="1">
                <a:solidFill>
                  <a:srgbClr val="11161D"/>
                </a:solidFill>
                <a:latin typeface="Arial"/>
                <a:ea typeface="Arial"/>
                <a:cs typeface="Arial"/>
              </a:defRPr>
            </a:lvl5pPr>
            <a:lvl6pPr>
              <a:defRPr sz="1800" b="1">
                <a:solidFill>
                  <a:srgbClr val="11161D"/>
                </a:solidFill>
                <a:latin typeface="Arial"/>
                <a:ea typeface="Arial"/>
                <a:cs typeface="Arial"/>
              </a:defRPr>
            </a:lvl6pPr>
            <a:lvl7pPr>
              <a:defRPr sz="1800" b="1">
                <a:solidFill>
                  <a:srgbClr val="11161D"/>
                </a:solidFill>
                <a:latin typeface="Arial"/>
                <a:ea typeface="Arial"/>
                <a:cs typeface="Arial"/>
              </a:defRPr>
            </a:lvl7pPr>
            <a:lvl8pPr>
              <a:defRPr sz="1800" b="1">
                <a:solidFill>
                  <a:srgbClr val="11161D"/>
                </a:solidFill>
                <a:latin typeface="Arial"/>
                <a:ea typeface="Arial"/>
                <a:cs typeface="Arial"/>
              </a:defRPr>
            </a:lvl8pPr>
            <a:lvl9pPr>
              <a:defRPr sz="1800" b="1">
                <a:solidFill>
                  <a:srgbClr val="11161D"/>
                </a:solidFill>
                <a:latin typeface="Arial"/>
                <a:ea typeface="Arial"/>
                <a:cs typeface="Arial"/>
              </a:defRPr>
            </a:lvl9pPr>
          </a:lstStyle>
          <a:p xmlns:a="http://schemas.openxmlformats.org/drawingml/2006/main">
            <a:pPr>
              <a:defRPr sz="1800" b="1">
                <a:solidFill>
                  <a:srgbClr val="11161D"/>
                </a:solidFill>
                <a:latin typeface="Arial"/>
                <a:ea typeface="Arial"/>
                <a:cs typeface="Arial"/>
              </a:defRPr>
            </a:pPr>
            <a:r>
              <a:rPr sz="1800" b="1">
                <a:solidFill>
                  <a:srgbClr val="11161D"/>
                </a:solidFill>
                <a:latin typeface="Arial"/>
                <a:ea typeface="Arial"/>
                <a:cs typeface="Arial"/>
              </a:rPr>
              <a:t>Real-world requirement: authorised data, reliable updates and device testing.</a:t>
            </a:r>
          </a:p>
        </p:txBody>
      </p:sp>
    </p:spTree>
    <p:extLst>
      <p:ext uri="{BB962C8B-B14F-4D97-AF65-F5344CB8AC3E}">
        <p14:creationId xmlns:p14="http://schemas.microsoft.com/office/powerpoint/2010/main" val="8179308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2026-10-25T01:03:02.3880000Z</dcterms:created>
  <dcterms:modified xsi:type="dcterms:W3CDTF">2026-10-25T01:03:02.3920000Z</dcterms:modified>
</coreProperties>
</file>